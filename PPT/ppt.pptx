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62" y="4762"/>
            <a:ext cx="12182474" cy="6848474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-761" y="11"/>
            <a:ext cx="12190730" cy="6858000"/>
          </a:xfrm>
          <a:custGeom>
            <a:avLst/>
            <a:gdLst/>
            <a:ahLst/>
            <a:cxnLst/>
            <a:rect l="l" t="t" r="r" b="b"/>
            <a:pathLst>
              <a:path w="12190730" h="6858000">
                <a:moveTo>
                  <a:pt x="12190472" y="0"/>
                </a:moveTo>
                <a:lnTo>
                  <a:pt x="0" y="0"/>
                </a:lnTo>
                <a:lnTo>
                  <a:pt x="0" y="6857978"/>
                </a:lnTo>
                <a:lnTo>
                  <a:pt x="12190472" y="6857978"/>
                </a:lnTo>
                <a:lnTo>
                  <a:pt x="12190472" y="0"/>
                </a:lnTo>
                <a:close/>
              </a:path>
            </a:pathLst>
          </a:custGeom>
          <a:solidFill>
            <a:srgbClr val="030303">
              <a:alpha val="75000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4571999" cy="685799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5228843" y="3981451"/>
            <a:ext cx="1923414" cy="285750"/>
          </a:xfrm>
          <a:custGeom>
            <a:avLst/>
            <a:gdLst/>
            <a:ahLst/>
            <a:cxnLst/>
            <a:rect l="l" t="t" r="r" b="b"/>
            <a:pathLst>
              <a:path w="1923415" h="285750">
                <a:moveTo>
                  <a:pt x="1817364" y="0"/>
                </a:moveTo>
                <a:lnTo>
                  <a:pt x="105923" y="0"/>
                </a:lnTo>
                <a:lnTo>
                  <a:pt x="98554" y="723"/>
                </a:lnTo>
                <a:lnTo>
                  <a:pt x="56575" y="14973"/>
                </a:lnTo>
                <a:lnTo>
                  <a:pt x="23241" y="44214"/>
                </a:lnTo>
                <a:lnTo>
                  <a:pt x="3627" y="83981"/>
                </a:lnTo>
                <a:lnTo>
                  <a:pt x="0" y="105964"/>
                </a:lnTo>
                <a:lnTo>
                  <a:pt x="0" y="172334"/>
                </a:lnTo>
                <a:lnTo>
                  <a:pt x="0" y="179782"/>
                </a:lnTo>
                <a:lnTo>
                  <a:pt x="11482" y="222616"/>
                </a:lnTo>
                <a:lnTo>
                  <a:pt x="38465" y="257791"/>
                </a:lnTo>
                <a:lnTo>
                  <a:pt x="76864" y="279965"/>
                </a:lnTo>
                <a:lnTo>
                  <a:pt x="105923" y="285747"/>
                </a:lnTo>
                <a:lnTo>
                  <a:pt x="1817364" y="285747"/>
                </a:lnTo>
                <a:lnTo>
                  <a:pt x="1860181" y="274260"/>
                </a:lnTo>
                <a:lnTo>
                  <a:pt x="1895343" y="247266"/>
                </a:lnTo>
                <a:lnTo>
                  <a:pt x="1917508" y="208852"/>
                </a:lnTo>
                <a:lnTo>
                  <a:pt x="1923287" y="179782"/>
                </a:lnTo>
                <a:lnTo>
                  <a:pt x="1923287" y="105964"/>
                </a:lnTo>
                <a:lnTo>
                  <a:pt x="1911805" y="63131"/>
                </a:lnTo>
                <a:lnTo>
                  <a:pt x="1884822" y="27955"/>
                </a:lnTo>
                <a:lnTo>
                  <a:pt x="1846423" y="5781"/>
                </a:lnTo>
                <a:lnTo>
                  <a:pt x="1824733" y="723"/>
                </a:lnTo>
                <a:lnTo>
                  <a:pt x="1817364" y="0"/>
                </a:lnTo>
                <a:close/>
              </a:path>
            </a:pathLst>
          </a:custGeom>
          <a:solidFill>
            <a:srgbClr val="501A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5343145" y="4047744"/>
            <a:ext cx="151765" cy="151765"/>
          </a:xfrm>
          <a:custGeom>
            <a:avLst/>
            <a:gdLst/>
            <a:ahLst/>
            <a:cxnLst/>
            <a:rect l="l" t="t" r="r" b="b"/>
            <a:pathLst>
              <a:path w="151764" h="151764">
                <a:moveTo>
                  <a:pt x="151641" y="0"/>
                </a:moveTo>
                <a:lnTo>
                  <a:pt x="0" y="0"/>
                </a:lnTo>
                <a:lnTo>
                  <a:pt x="0" y="151641"/>
                </a:lnTo>
                <a:lnTo>
                  <a:pt x="151641" y="151641"/>
                </a:lnTo>
                <a:lnTo>
                  <a:pt x="151641" y="0"/>
                </a:lnTo>
                <a:close/>
              </a:path>
            </a:pathLst>
          </a:custGeom>
          <a:solidFill>
            <a:srgbClr val="E6DF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7263000" y="3995246"/>
            <a:ext cx="1979295" cy="255904"/>
          </a:xfrm>
          <a:custGeom>
            <a:avLst/>
            <a:gdLst/>
            <a:ahLst/>
            <a:cxnLst/>
            <a:rect l="l" t="t" r="r" b="b"/>
            <a:pathLst>
              <a:path w="1979295" h="255904">
                <a:moveTo>
                  <a:pt x="0" y="157035"/>
                </a:moveTo>
                <a:lnTo>
                  <a:pt x="0" y="98491"/>
                </a:lnTo>
                <a:lnTo>
                  <a:pt x="0" y="92027"/>
                </a:lnTo>
                <a:lnTo>
                  <a:pt x="637" y="85620"/>
                </a:lnTo>
                <a:lnTo>
                  <a:pt x="1902" y="79279"/>
                </a:lnTo>
                <a:lnTo>
                  <a:pt x="3168" y="72929"/>
                </a:lnTo>
                <a:lnTo>
                  <a:pt x="5052" y="66777"/>
                </a:lnTo>
                <a:lnTo>
                  <a:pt x="7535" y="60796"/>
                </a:lnTo>
                <a:lnTo>
                  <a:pt x="10028" y="54824"/>
                </a:lnTo>
                <a:lnTo>
                  <a:pt x="13072" y="49146"/>
                </a:lnTo>
                <a:lnTo>
                  <a:pt x="16688" y="43770"/>
                </a:lnTo>
                <a:lnTo>
                  <a:pt x="20293" y="38395"/>
                </a:lnTo>
                <a:lnTo>
                  <a:pt x="44003" y="16599"/>
                </a:lnTo>
                <a:lnTo>
                  <a:pt x="49406" y="13003"/>
                </a:lnTo>
                <a:lnTo>
                  <a:pt x="79700" y="1892"/>
                </a:lnTo>
                <a:lnTo>
                  <a:pt x="86074" y="633"/>
                </a:lnTo>
                <a:lnTo>
                  <a:pt x="92515" y="0"/>
                </a:lnTo>
                <a:lnTo>
                  <a:pt x="99013" y="0"/>
                </a:lnTo>
                <a:lnTo>
                  <a:pt x="1879933" y="0"/>
                </a:lnTo>
                <a:lnTo>
                  <a:pt x="1886431" y="0"/>
                </a:lnTo>
                <a:lnTo>
                  <a:pt x="1892872" y="633"/>
                </a:lnTo>
                <a:lnTo>
                  <a:pt x="1899247" y="1892"/>
                </a:lnTo>
                <a:lnTo>
                  <a:pt x="1905622" y="3151"/>
                </a:lnTo>
                <a:lnTo>
                  <a:pt x="1934944" y="16599"/>
                </a:lnTo>
                <a:lnTo>
                  <a:pt x="1940348" y="20186"/>
                </a:lnTo>
                <a:lnTo>
                  <a:pt x="1962259" y="43770"/>
                </a:lnTo>
                <a:lnTo>
                  <a:pt x="1965874" y="49146"/>
                </a:lnTo>
                <a:lnTo>
                  <a:pt x="1977044" y="79279"/>
                </a:lnTo>
                <a:lnTo>
                  <a:pt x="1978309" y="85620"/>
                </a:lnTo>
                <a:lnTo>
                  <a:pt x="1978947" y="92027"/>
                </a:lnTo>
                <a:lnTo>
                  <a:pt x="1978947" y="98491"/>
                </a:lnTo>
                <a:lnTo>
                  <a:pt x="1978947" y="157035"/>
                </a:lnTo>
                <a:lnTo>
                  <a:pt x="1978947" y="163499"/>
                </a:lnTo>
                <a:lnTo>
                  <a:pt x="1978309" y="169906"/>
                </a:lnTo>
                <a:lnTo>
                  <a:pt x="1965874" y="206380"/>
                </a:lnTo>
                <a:lnTo>
                  <a:pt x="1962259" y="211755"/>
                </a:lnTo>
                <a:lnTo>
                  <a:pt x="1958644" y="217131"/>
                </a:lnTo>
                <a:lnTo>
                  <a:pt x="1929531" y="242523"/>
                </a:lnTo>
                <a:lnTo>
                  <a:pt x="1899247" y="253633"/>
                </a:lnTo>
                <a:lnTo>
                  <a:pt x="1892872" y="254892"/>
                </a:lnTo>
                <a:lnTo>
                  <a:pt x="1886431" y="255526"/>
                </a:lnTo>
                <a:lnTo>
                  <a:pt x="1879933" y="255526"/>
                </a:lnTo>
                <a:lnTo>
                  <a:pt x="99013" y="255526"/>
                </a:lnTo>
                <a:lnTo>
                  <a:pt x="92515" y="255526"/>
                </a:lnTo>
                <a:lnTo>
                  <a:pt x="86074" y="254892"/>
                </a:lnTo>
                <a:lnTo>
                  <a:pt x="79700" y="253633"/>
                </a:lnTo>
                <a:lnTo>
                  <a:pt x="73316" y="252374"/>
                </a:lnTo>
                <a:lnTo>
                  <a:pt x="44003" y="238926"/>
                </a:lnTo>
                <a:lnTo>
                  <a:pt x="38599" y="235330"/>
                </a:lnTo>
                <a:lnTo>
                  <a:pt x="16688" y="211755"/>
                </a:lnTo>
                <a:lnTo>
                  <a:pt x="13072" y="206380"/>
                </a:lnTo>
                <a:lnTo>
                  <a:pt x="637" y="169906"/>
                </a:lnTo>
                <a:lnTo>
                  <a:pt x="0" y="163499"/>
                </a:lnTo>
                <a:lnTo>
                  <a:pt x="0" y="157035"/>
                </a:lnTo>
                <a:close/>
              </a:path>
            </a:pathLst>
          </a:custGeom>
          <a:ln w="9464">
            <a:solidFill>
              <a:srgbClr val="FF790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220839" y="2513272"/>
            <a:ext cx="3017520" cy="5924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5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5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5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320530" y="1352707"/>
            <a:ext cx="5241290" cy="35972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50" b="0" i="0">
                <a:solidFill>
                  <a:srgbClr val="E4DFDE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5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762" y="4762"/>
            <a:ext cx="12182474" cy="6848474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6858000"/>
                </a:moveTo>
                <a:lnTo>
                  <a:pt x="0" y="6858000"/>
                </a:lnTo>
                <a:lnTo>
                  <a:pt x="0" y="0"/>
                </a:lnTo>
                <a:lnTo>
                  <a:pt x="12192000" y="0"/>
                </a:lnTo>
                <a:lnTo>
                  <a:pt x="12192000" y="6858000"/>
                </a:lnTo>
                <a:close/>
              </a:path>
            </a:pathLst>
          </a:custGeom>
          <a:solidFill>
            <a:srgbClr val="030303">
              <a:alpha val="748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48839" y="439575"/>
            <a:ext cx="6346190" cy="11643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5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jpg"/><Relationship Id="rId3" Type="http://schemas.openxmlformats.org/officeDocument/2006/relationships/image" Target="../media/image10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700" spc="155"/>
              <a:t>Rashtra</a:t>
            </a:r>
            <a:r>
              <a:rPr dirty="0" sz="3700" spc="-250"/>
              <a:t> </a:t>
            </a:r>
            <a:r>
              <a:rPr dirty="0" sz="3700" spc="204"/>
              <a:t>Vayu</a:t>
            </a:r>
            <a:endParaRPr sz="3700"/>
          </a:p>
        </p:txBody>
      </p:sp>
      <p:sp>
        <p:nvSpPr>
          <p:cNvPr id="3" name="object 3"/>
          <p:cNvSpPr txBox="1"/>
          <p:nvPr/>
        </p:nvSpPr>
        <p:spPr>
          <a:xfrm>
            <a:off x="5220839" y="3474335"/>
            <a:ext cx="4568190" cy="25272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-75">
                <a:solidFill>
                  <a:srgbClr val="E4DFDE"/>
                </a:solidFill>
                <a:latin typeface="Roboto"/>
                <a:cs typeface="Roboto"/>
              </a:rPr>
              <a:t>AI-</a:t>
            </a:r>
            <a:r>
              <a:rPr dirty="0" sz="1450">
                <a:solidFill>
                  <a:srgbClr val="E4DFDE"/>
                </a:solidFill>
                <a:latin typeface="Roboto"/>
                <a:cs typeface="Roboto"/>
              </a:rPr>
              <a:t>PoweredPersonalizedWeather&amp;AQI</a:t>
            </a:r>
            <a:r>
              <a:rPr dirty="0" sz="1450" spc="10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50">
                <a:solidFill>
                  <a:srgbClr val="E4DFDE"/>
                </a:solidFill>
                <a:latin typeface="Roboto"/>
                <a:cs typeface="Roboto"/>
              </a:rPr>
              <a:t>Health</a:t>
            </a:r>
            <a:r>
              <a:rPr dirty="0" sz="1450" spc="11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50" spc="-10">
                <a:solidFill>
                  <a:srgbClr val="E4DFDE"/>
                </a:solidFill>
                <a:latin typeface="Roboto"/>
                <a:cs typeface="Roboto"/>
              </a:rPr>
              <a:t>Advisory</a:t>
            </a:r>
            <a:endParaRPr sz="145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61062" y="4007602"/>
            <a:ext cx="1501775" cy="2070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200">
                <a:solidFill>
                  <a:srgbClr val="E4DFDE"/>
                </a:solidFill>
                <a:latin typeface="Roboto"/>
                <a:cs typeface="Roboto"/>
              </a:rPr>
              <a:t>TEAM</a:t>
            </a:r>
            <a:r>
              <a:rPr dirty="0" sz="1200" spc="-3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E4DFDE"/>
                </a:solidFill>
                <a:latin typeface="Roboto"/>
                <a:cs typeface="Roboto"/>
              </a:rPr>
              <a:t>BYTE</a:t>
            </a:r>
            <a:r>
              <a:rPr dirty="0" sz="1200" spc="-3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E4DFDE"/>
                </a:solidFill>
                <a:latin typeface="Roboto"/>
                <a:cs typeface="Roboto"/>
              </a:rPr>
              <a:t>KNIGHTS</a:t>
            </a:r>
            <a:endParaRPr sz="12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52658" y="4007602"/>
            <a:ext cx="1814195" cy="2070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200" spc="-100">
                <a:solidFill>
                  <a:srgbClr val="FB8237"/>
                </a:solidFill>
                <a:latin typeface="Roboto"/>
                <a:cs typeface="Roboto"/>
              </a:rPr>
              <a:t>PS-</a:t>
            </a:r>
            <a:r>
              <a:rPr dirty="0" sz="1200">
                <a:solidFill>
                  <a:srgbClr val="FB8237"/>
                </a:solidFill>
                <a:latin typeface="Roboto"/>
                <a:cs typeface="Roboto"/>
              </a:rPr>
              <a:t>4</a:t>
            </a:r>
            <a:r>
              <a:rPr dirty="0" sz="1200" spc="-10">
                <a:solidFill>
                  <a:srgbClr val="FB8237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FB8237"/>
                </a:solidFill>
                <a:latin typeface="Roboto"/>
                <a:cs typeface="Roboto"/>
              </a:rPr>
              <a:t>·</a:t>
            </a:r>
            <a:r>
              <a:rPr dirty="0" sz="1200" spc="-5">
                <a:solidFill>
                  <a:srgbClr val="FB8237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FB8237"/>
                </a:solidFill>
                <a:latin typeface="Roboto"/>
                <a:cs typeface="Roboto"/>
              </a:rPr>
              <a:t>AI</a:t>
            </a:r>
            <a:r>
              <a:rPr dirty="0" sz="1200" spc="-10">
                <a:solidFill>
                  <a:srgbClr val="FB8237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FB8237"/>
                </a:solidFill>
                <a:latin typeface="Roboto"/>
                <a:cs typeface="Roboto"/>
              </a:rPr>
              <a:t>+</a:t>
            </a:r>
            <a:r>
              <a:rPr dirty="0" sz="1200" spc="-5">
                <a:solidFill>
                  <a:srgbClr val="FB8237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FB8237"/>
                </a:solidFill>
                <a:latin typeface="Roboto"/>
                <a:cs typeface="Roboto"/>
              </a:rPr>
              <a:t>DEVELOPMENT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66746" y="1943096"/>
              <a:ext cx="6286500" cy="1323975"/>
            </a:xfrm>
            <a:custGeom>
              <a:avLst/>
              <a:gdLst/>
              <a:ahLst/>
              <a:cxnLst/>
              <a:rect l="l" t="t" r="r" b="b"/>
              <a:pathLst>
                <a:path w="6286500" h="1323975">
                  <a:moveTo>
                    <a:pt x="6169137" y="1323972"/>
                  </a:moveTo>
                  <a:lnTo>
                    <a:pt x="62356" y="1323972"/>
                  </a:lnTo>
                  <a:lnTo>
                    <a:pt x="57911" y="1323591"/>
                  </a:lnTo>
                  <a:lnTo>
                    <a:pt x="22732" y="1307462"/>
                  </a:lnTo>
                  <a:lnTo>
                    <a:pt x="2158" y="1274442"/>
                  </a:lnTo>
                  <a:lnTo>
                    <a:pt x="0" y="1261614"/>
                  </a:lnTo>
                  <a:lnTo>
                    <a:pt x="0" y="62356"/>
                  </a:lnTo>
                  <a:lnTo>
                    <a:pt x="13842" y="26035"/>
                  </a:lnTo>
                  <a:lnTo>
                    <a:pt x="45338" y="3302"/>
                  </a:lnTo>
                  <a:lnTo>
                    <a:pt x="62356" y="0"/>
                  </a:lnTo>
                  <a:lnTo>
                    <a:pt x="6169137" y="0"/>
                  </a:lnTo>
                  <a:lnTo>
                    <a:pt x="6216635" y="12700"/>
                  </a:lnTo>
                  <a:lnTo>
                    <a:pt x="6255624" y="42544"/>
                  </a:lnTo>
                  <a:lnTo>
                    <a:pt x="6280007" y="85089"/>
                  </a:lnTo>
                  <a:lnTo>
                    <a:pt x="6286484" y="117347"/>
                  </a:lnTo>
                  <a:lnTo>
                    <a:pt x="6286484" y="1206624"/>
                  </a:lnTo>
                  <a:lnTo>
                    <a:pt x="6273784" y="1254122"/>
                  </a:lnTo>
                  <a:lnTo>
                    <a:pt x="6243940" y="1293111"/>
                  </a:lnTo>
                  <a:lnTo>
                    <a:pt x="6201395" y="1317495"/>
                  </a:lnTo>
                  <a:lnTo>
                    <a:pt x="6169137" y="1323972"/>
                  </a:lnTo>
                  <a:close/>
                </a:path>
              </a:pathLst>
            </a:custGeom>
            <a:solidFill>
              <a:srgbClr val="030303">
                <a:alpha val="748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57085" y="1933574"/>
              <a:ext cx="6306185" cy="1343025"/>
            </a:xfrm>
            <a:custGeom>
              <a:avLst/>
              <a:gdLst/>
              <a:ahLst/>
              <a:cxnLst/>
              <a:rect l="l" t="t" r="r" b="b"/>
              <a:pathLst>
                <a:path w="6306184" h="1343025">
                  <a:moveTo>
                    <a:pt x="6305664" y="136525"/>
                  </a:moveTo>
                  <a:lnTo>
                    <a:pt x="6305512" y="136525"/>
                  </a:lnTo>
                  <a:lnTo>
                    <a:pt x="6305067" y="123825"/>
                  </a:lnTo>
                  <a:lnTo>
                    <a:pt x="6304267" y="123825"/>
                  </a:lnTo>
                  <a:lnTo>
                    <a:pt x="6303124" y="111125"/>
                  </a:lnTo>
                  <a:lnTo>
                    <a:pt x="6301651" y="111125"/>
                  </a:lnTo>
                  <a:lnTo>
                    <a:pt x="6299873" y="98425"/>
                  </a:lnTo>
                  <a:lnTo>
                    <a:pt x="6297790" y="98425"/>
                  </a:lnTo>
                  <a:lnTo>
                    <a:pt x="6295377" y="85725"/>
                  </a:lnTo>
                  <a:lnTo>
                    <a:pt x="6292735" y="85725"/>
                  </a:lnTo>
                  <a:lnTo>
                    <a:pt x="6289776" y="73025"/>
                  </a:lnTo>
                  <a:lnTo>
                    <a:pt x="6286500" y="73025"/>
                  </a:lnTo>
                  <a:lnTo>
                    <a:pt x="6286487" y="136525"/>
                  </a:lnTo>
                  <a:lnTo>
                    <a:pt x="6286487" y="1216025"/>
                  </a:lnTo>
                  <a:lnTo>
                    <a:pt x="6285725" y="1228725"/>
                  </a:lnTo>
                  <a:lnTo>
                    <a:pt x="6284201" y="1241425"/>
                  </a:lnTo>
                  <a:lnTo>
                    <a:pt x="6282677" y="1241425"/>
                  </a:lnTo>
                  <a:lnTo>
                    <a:pt x="6280518" y="1254125"/>
                  </a:lnTo>
                  <a:lnTo>
                    <a:pt x="6277597" y="1254125"/>
                  </a:lnTo>
                  <a:lnTo>
                    <a:pt x="6274676" y="1266825"/>
                  </a:lnTo>
                  <a:lnTo>
                    <a:pt x="6271120" y="1266825"/>
                  </a:lnTo>
                  <a:lnTo>
                    <a:pt x="6262611" y="1266825"/>
                  </a:lnTo>
                  <a:lnTo>
                    <a:pt x="6262611" y="1279525"/>
                  </a:lnTo>
                  <a:lnTo>
                    <a:pt x="6257785" y="1292225"/>
                  </a:lnTo>
                  <a:lnTo>
                    <a:pt x="6252451" y="1292225"/>
                  </a:lnTo>
                  <a:lnTo>
                    <a:pt x="6247117" y="1304925"/>
                  </a:lnTo>
                  <a:lnTo>
                    <a:pt x="6241275" y="1304925"/>
                  </a:lnTo>
                  <a:lnTo>
                    <a:pt x="6228575" y="1317625"/>
                  </a:lnTo>
                  <a:lnTo>
                    <a:pt x="6214859" y="1317625"/>
                  </a:lnTo>
                  <a:lnTo>
                    <a:pt x="6207874" y="1330325"/>
                  </a:lnTo>
                  <a:lnTo>
                    <a:pt x="6170536" y="1330325"/>
                  </a:lnTo>
                  <a:lnTo>
                    <a:pt x="76454" y="1330325"/>
                  </a:lnTo>
                  <a:lnTo>
                    <a:pt x="76327" y="1330325"/>
                  </a:lnTo>
                  <a:lnTo>
                    <a:pt x="76327" y="1279525"/>
                  </a:lnTo>
                  <a:lnTo>
                    <a:pt x="6262611" y="1279525"/>
                  </a:lnTo>
                  <a:lnTo>
                    <a:pt x="6262611" y="1266825"/>
                  </a:lnTo>
                  <a:lnTo>
                    <a:pt x="76327" y="1266825"/>
                  </a:lnTo>
                  <a:lnTo>
                    <a:pt x="76327" y="22225"/>
                  </a:lnTo>
                  <a:lnTo>
                    <a:pt x="6170536" y="22225"/>
                  </a:lnTo>
                  <a:lnTo>
                    <a:pt x="6193142" y="22225"/>
                  </a:lnTo>
                  <a:lnTo>
                    <a:pt x="6200508" y="34925"/>
                  </a:lnTo>
                  <a:lnTo>
                    <a:pt x="6214859" y="34925"/>
                  </a:lnTo>
                  <a:lnTo>
                    <a:pt x="6228575" y="34925"/>
                  </a:lnTo>
                  <a:lnTo>
                    <a:pt x="6234925" y="47625"/>
                  </a:lnTo>
                  <a:lnTo>
                    <a:pt x="6241148" y="47625"/>
                  </a:lnTo>
                  <a:lnTo>
                    <a:pt x="6246990" y="60325"/>
                  </a:lnTo>
                  <a:lnTo>
                    <a:pt x="6257912" y="60325"/>
                  </a:lnTo>
                  <a:lnTo>
                    <a:pt x="6262738" y="73025"/>
                  </a:lnTo>
                  <a:lnTo>
                    <a:pt x="6266929" y="73025"/>
                  </a:lnTo>
                  <a:lnTo>
                    <a:pt x="6271120" y="85725"/>
                  </a:lnTo>
                  <a:lnTo>
                    <a:pt x="6274676" y="85725"/>
                  </a:lnTo>
                  <a:lnTo>
                    <a:pt x="6277597" y="98425"/>
                  </a:lnTo>
                  <a:lnTo>
                    <a:pt x="6280518" y="98425"/>
                  </a:lnTo>
                  <a:lnTo>
                    <a:pt x="6282677" y="111125"/>
                  </a:lnTo>
                  <a:lnTo>
                    <a:pt x="6284201" y="123825"/>
                  </a:lnTo>
                  <a:lnTo>
                    <a:pt x="6285725" y="123825"/>
                  </a:lnTo>
                  <a:lnTo>
                    <a:pt x="6286487" y="136525"/>
                  </a:lnTo>
                  <a:lnTo>
                    <a:pt x="6286487" y="72986"/>
                  </a:lnTo>
                  <a:lnTo>
                    <a:pt x="6282931" y="60325"/>
                  </a:lnTo>
                  <a:lnTo>
                    <a:pt x="6275070" y="60325"/>
                  </a:lnTo>
                  <a:lnTo>
                    <a:pt x="6270739" y="47625"/>
                  </a:lnTo>
                  <a:lnTo>
                    <a:pt x="6261379" y="47625"/>
                  </a:lnTo>
                  <a:lnTo>
                    <a:pt x="6256375" y="34925"/>
                  </a:lnTo>
                  <a:lnTo>
                    <a:pt x="6245720" y="34925"/>
                  </a:lnTo>
                  <a:lnTo>
                    <a:pt x="6240119" y="22225"/>
                  </a:lnTo>
                  <a:lnTo>
                    <a:pt x="6222352" y="22225"/>
                  </a:lnTo>
                  <a:lnTo>
                    <a:pt x="6216129" y="9525"/>
                  </a:lnTo>
                  <a:lnTo>
                    <a:pt x="6170536" y="9525"/>
                  </a:lnTo>
                  <a:lnTo>
                    <a:pt x="76327" y="9525"/>
                  </a:lnTo>
                  <a:lnTo>
                    <a:pt x="76327" y="0"/>
                  </a:lnTo>
                  <a:lnTo>
                    <a:pt x="71374" y="0"/>
                  </a:lnTo>
                  <a:lnTo>
                    <a:pt x="66548" y="381"/>
                  </a:lnTo>
                  <a:lnTo>
                    <a:pt x="29845" y="15494"/>
                  </a:lnTo>
                  <a:lnTo>
                    <a:pt x="4064" y="51689"/>
                  </a:lnTo>
                  <a:lnTo>
                    <a:pt x="0" y="1271651"/>
                  </a:lnTo>
                  <a:lnTo>
                    <a:pt x="127" y="1272895"/>
                  </a:lnTo>
                  <a:lnTo>
                    <a:pt x="127" y="1279525"/>
                  </a:lnTo>
                  <a:lnTo>
                    <a:pt x="508" y="1279525"/>
                  </a:lnTo>
                  <a:lnTo>
                    <a:pt x="1524" y="1292225"/>
                  </a:lnTo>
                  <a:lnTo>
                    <a:pt x="3937" y="1292225"/>
                  </a:lnTo>
                  <a:lnTo>
                    <a:pt x="5842" y="1304925"/>
                  </a:lnTo>
                  <a:lnTo>
                    <a:pt x="7747" y="1304925"/>
                  </a:lnTo>
                  <a:lnTo>
                    <a:pt x="10033" y="1317625"/>
                  </a:lnTo>
                  <a:lnTo>
                    <a:pt x="18796" y="1317625"/>
                  </a:lnTo>
                  <a:lnTo>
                    <a:pt x="25908" y="1330325"/>
                  </a:lnTo>
                  <a:lnTo>
                    <a:pt x="33909" y="1330325"/>
                  </a:lnTo>
                  <a:lnTo>
                    <a:pt x="38100" y="1343025"/>
                  </a:lnTo>
                  <a:lnTo>
                    <a:pt x="71374" y="1343025"/>
                  </a:lnTo>
                  <a:lnTo>
                    <a:pt x="76327" y="1343025"/>
                  </a:lnTo>
                  <a:lnTo>
                    <a:pt x="76454" y="1343025"/>
                  </a:lnTo>
                  <a:lnTo>
                    <a:pt x="6170536" y="1343025"/>
                  </a:lnTo>
                  <a:lnTo>
                    <a:pt x="6222352" y="1343025"/>
                  </a:lnTo>
                  <a:lnTo>
                    <a:pt x="6228448" y="1330325"/>
                  </a:lnTo>
                  <a:lnTo>
                    <a:pt x="6245720" y="1330325"/>
                  </a:lnTo>
                  <a:lnTo>
                    <a:pt x="6251143" y="1317625"/>
                  </a:lnTo>
                  <a:lnTo>
                    <a:pt x="6261379" y="1317625"/>
                  </a:lnTo>
                  <a:lnTo>
                    <a:pt x="6266167" y="1304925"/>
                  </a:lnTo>
                  <a:lnTo>
                    <a:pt x="6275032" y="1304925"/>
                  </a:lnTo>
                  <a:lnTo>
                    <a:pt x="6279096" y="1292225"/>
                  </a:lnTo>
                  <a:lnTo>
                    <a:pt x="6282931" y="1292225"/>
                  </a:lnTo>
                  <a:lnTo>
                    <a:pt x="6286436" y="1279525"/>
                  </a:lnTo>
                  <a:lnTo>
                    <a:pt x="6289675" y="1279525"/>
                  </a:lnTo>
                  <a:lnTo>
                    <a:pt x="6292659" y="1266825"/>
                  </a:lnTo>
                  <a:lnTo>
                    <a:pt x="6295377" y="1266825"/>
                  </a:lnTo>
                  <a:lnTo>
                    <a:pt x="6297790" y="1254125"/>
                  </a:lnTo>
                  <a:lnTo>
                    <a:pt x="6299873" y="1254125"/>
                  </a:lnTo>
                  <a:lnTo>
                    <a:pt x="6301651" y="1241425"/>
                  </a:lnTo>
                  <a:lnTo>
                    <a:pt x="6303124" y="1241425"/>
                  </a:lnTo>
                  <a:lnTo>
                    <a:pt x="6304216" y="1228725"/>
                  </a:lnTo>
                  <a:lnTo>
                    <a:pt x="6305016" y="1228725"/>
                  </a:lnTo>
                  <a:lnTo>
                    <a:pt x="6305499" y="1216025"/>
                  </a:lnTo>
                  <a:lnTo>
                    <a:pt x="6305664" y="1216025"/>
                  </a:lnTo>
                  <a:lnTo>
                    <a:pt x="6305664" y="136525"/>
                  </a:lnTo>
                  <a:close/>
                </a:path>
              </a:pathLst>
            </a:custGeom>
            <a:solidFill>
              <a:srgbClr val="FB82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666746" y="3457571"/>
              <a:ext cx="6286500" cy="1323975"/>
            </a:xfrm>
            <a:custGeom>
              <a:avLst/>
              <a:gdLst/>
              <a:ahLst/>
              <a:cxnLst/>
              <a:rect l="l" t="t" r="r" b="b"/>
              <a:pathLst>
                <a:path w="6286500" h="1323975">
                  <a:moveTo>
                    <a:pt x="6169137" y="1323971"/>
                  </a:moveTo>
                  <a:lnTo>
                    <a:pt x="62356" y="1323971"/>
                  </a:lnTo>
                  <a:lnTo>
                    <a:pt x="57911" y="1323590"/>
                  </a:lnTo>
                  <a:lnTo>
                    <a:pt x="22732" y="1307462"/>
                  </a:lnTo>
                  <a:lnTo>
                    <a:pt x="2158" y="1274442"/>
                  </a:lnTo>
                  <a:lnTo>
                    <a:pt x="0" y="1261615"/>
                  </a:lnTo>
                  <a:lnTo>
                    <a:pt x="0" y="62357"/>
                  </a:lnTo>
                  <a:lnTo>
                    <a:pt x="13842" y="26034"/>
                  </a:lnTo>
                  <a:lnTo>
                    <a:pt x="45338" y="3302"/>
                  </a:lnTo>
                  <a:lnTo>
                    <a:pt x="62356" y="0"/>
                  </a:lnTo>
                  <a:lnTo>
                    <a:pt x="6169137" y="0"/>
                  </a:lnTo>
                  <a:lnTo>
                    <a:pt x="6216635" y="12699"/>
                  </a:lnTo>
                  <a:lnTo>
                    <a:pt x="6255624" y="42545"/>
                  </a:lnTo>
                  <a:lnTo>
                    <a:pt x="6280007" y="85089"/>
                  </a:lnTo>
                  <a:lnTo>
                    <a:pt x="6286484" y="117347"/>
                  </a:lnTo>
                  <a:lnTo>
                    <a:pt x="6286484" y="1206624"/>
                  </a:lnTo>
                  <a:lnTo>
                    <a:pt x="6273784" y="1254122"/>
                  </a:lnTo>
                  <a:lnTo>
                    <a:pt x="6243940" y="1293111"/>
                  </a:lnTo>
                  <a:lnTo>
                    <a:pt x="6201395" y="1317494"/>
                  </a:lnTo>
                  <a:lnTo>
                    <a:pt x="6169137" y="1323971"/>
                  </a:lnTo>
                  <a:close/>
                </a:path>
              </a:pathLst>
            </a:custGeom>
            <a:solidFill>
              <a:srgbClr val="030303">
                <a:alpha val="748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57085" y="3448049"/>
              <a:ext cx="6306185" cy="1343025"/>
            </a:xfrm>
            <a:custGeom>
              <a:avLst/>
              <a:gdLst/>
              <a:ahLst/>
              <a:cxnLst/>
              <a:rect l="l" t="t" r="r" b="b"/>
              <a:pathLst>
                <a:path w="6306184" h="1343025">
                  <a:moveTo>
                    <a:pt x="6305664" y="136525"/>
                  </a:moveTo>
                  <a:lnTo>
                    <a:pt x="6305512" y="136525"/>
                  </a:lnTo>
                  <a:lnTo>
                    <a:pt x="6305067" y="123825"/>
                  </a:lnTo>
                  <a:lnTo>
                    <a:pt x="6304267" y="123825"/>
                  </a:lnTo>
                  <a:lnTo>
                    <a:pt x="6303124" y="111125"/>
                  </a:lnTo>
                  <a:lnTo>
                    <a:pt x="6301651" y="111125"/>
                  </a:lnTo>
                  <a:lnTo>
                    <a:pt x="6299873" y="98425"/>
                  </a:lnTo>
                  <a:lnTo>
                    <a:pt x="6297790" y="98425"/>
                  </a:lnTo>
                  <a:lnTo>
                    <a:pt x="6295377" y="85725"/>
                  </a:lnTo>
                  <a:lnTo>
                    <a:pt x="6292735" y="85725"/>
                  </a:lnTo>
                  <a:lnTo>
                    <a:pt x="6289776" y="73025"/>
                  </a:lnTo>
                  <a:lnTo>
                    <a:pt x="6286614" y="73025"/>
                  </a:lnTo>
                  <a:lnTo>
                    <a:pt x="6286614" y="136525"/>
                  </a:lnTo>
                  <a:lnTo>
                    <a:pt x="6286614" y="1216025"/>
                  </a:lnTo>
                  <a:lnTo>
                    <a:pt x="6285852" y="1228725"/>
                  </a:lnTo>
                  <a:lnTo>
                    <a:pt x="6284328" y="1241425"/>
                  </a:lnTo>
                  <a:lnTo>
                    <a:pt x="6282804" y="1241425"/>
                  </a:lnTo>
                  <a:lnTo>
                    <a:pt x="6280645" y="1254125"/>
                  </a:lnTo>
                  <a:lnTo>
                    <a:pt x="6277724" y="1254125"/>
                  </a:lnTo>
                  <a:lnTo>
                    <a:pt x="6274803" y="1266825"/>
                  </a:lnTo>
                  <a:lnTo>
                    <a:pt x="6271247" y="1266825"/>
                  </a:lnTo>
                  <a:lnTo>
                    <a:pt x="6267056" y="1279525"/>
                  </a:lnTo>
                  <a:lnTo>
                    <a:pt x="6262738" y="1279525"/>
                  </a:lnTo>
                  <a:lnTo>
                    <a:pt x="6257912" y="1292225"/>
                  </a:lnTo>
                  <a:lnTo>
                    <a:pt x="6252578" y="1292225"/>
                  </a:lnTo>
                  <a:lnTo>
                    <a:pt x="6247117" y="1304925"/>
                  </a:lnTo>
                  <a:lnTo>
                    <a:pt x="6241275" y="1304925"/>
                  </a:lnTo>
                  <a:lnTo>
                    <a:pt x="6228575" y="1317625"/>
                  </a:lnTo>
                  <a:lnTo>
                    <a:pt x="6214859" y="1317625"/>
                  </a:lnTo>
                  <a:lnTo>
                    <a:pt x="6207874" y="1330325"/>
                  </a:lnTo>
                  <a:lnTo>
                    <a:pt x="6193142" y="1330325"/>
                  </a:lnTo>
                  <a:lnTo>
                    <a:pt x="6170536" y="1330325"/>
                  </a:lnTo>
                  <a:lnTo>
                    <a:pt x="76454" y="1330325"/>
                  </a:lnTo>
                  <a:lnTo>
                    <a:pt x="76327" y="1330325"/>
                  </a:lnTo>
                  <a:lnTo>
                    <a:pt x="76327" y="22225"/>
                  </a:lnTo>
                  <a:lnTo>
                    <a:pt x="6170536" y="22225"/>
                  </a:lnTo>
                  <a:lnTo>
                    <a:pt x="6193269" y="22225"/>
                  </a:lnTo>
                  <a:lnTo>
                    <a:pt x="6200635" y="34925"/>
                  </a:lnTo>
                  <a:lnTo>
                    <a:pt x="6228702" y="34925"/>
                  </a:lnTo>
                  <a:lnTo>
                    <a:pt x="6235052" y="47625"/>
                  </a:lnTo>
                  <a:lnTo>
                    <a:pt x="6241275" y="47625"/>
                  </a:lnTo>
                  <a:lnTo>
                    <a:pt x="6247117" y="60325"/>
                  </a:lnTo>
                  <a:lnTo>
                    <a:pt x="6258039" y="60325"/>
                  </a:lnTo>
                  <a:lnTo>
                    <a:pt x="6262865" y="73025"/>
                  </a:lnTo>
                  <a:lnTo>
                    <a:pt x="6267056" y="73025"/>
                  </a:lnTo>
                  <a:lnTo>
                    <a:pt x="6271247" y="85725"/>
                  </a:lnTo>
                  <a:lnTo>
                    <a:pt x="6274803" y="85725"/>
                  </a:lnTo>
                  <a:lnTo>
                    <a:pt x="6277724" y="98425"/>
                  </a:lnTo>
                  <a:lnTo>
                    <a:pt x="6280645" y="98425"/>
                  </a:lnTo>
                  <a:lnTo>
                    <a:pt x="6282804" y="111125"/>
                  </a:lnTo>
                  <a:lnTo>
                    <a:pt x="6284328" y="123825"/>
                  </a:lnTo>
                  <a:lnTo>
                    <a:pt x="6285852" y="123825"/>
                  </a:lnTo>
                  <a:lnTo>
                    <a:pt x="6286614" y="136525"/>
                  </a:lnTo>
                  <a:lnTo>
                    <a:pt x="6286614" y="73025"/>
                  </a:lnTo>
                  <a:lnTo>
                    <a:pt x="6282931" y="60325"/>
                  </a:lnTo>
                  <a:lnTo>
                    <a:pt x="6275070" y="60325"/>
                  </a:lnTo>
                  <a:lnTo>
                    <a:pt x="6270739" y="47625"/>
                  </a:lnTo>
                  <a:lnTo>
                    <a:pt x="6261379" y="47625"/>
                  </a:lnTo>
                  <a:lnTo>
                    <a:pt x="6256375" y="34925"/>
                  </a:lnTo>
                  <a:lnTo>
                    <a:pt x="6245720" y="34925"/>
                  </a:lnTo>
                  <a:lnTo>
                    <a:pt x="6240119" y="22225"/>
                  </a:lnTo>
                  <a:lnTo>
                    <a:pt x="6222352" y="22225"/>
                  </a:lnTo>
                  <a:lnTo>
                    <a:pt x="6216129" y="9525"/>
                  </a:lnTo>
                  <a:lnTo>
                    <a:pt x="6196952" y="9525"/>
                  </a:lnTo>
                  <a:lnTo>
                    <a:pt x="6170536" y="9525"/>
                  </a:lnTo>
                  <a:lnTo>
                    <a:pt x="76327" y="9525"/>
                  </a:lnTo>
                  <a:lnTo>
                    <a:pt x="76327" y="0"/>
                  </a:lnTo>
                  <a:lnTo>
                    <a:pt x="71374" y="0"/>
                  </a:lnTo>
                  <a:lnTo>
                    <a:pt x="66548" y="381"/>
                  </a:lnTo>
                  <a:lnTo>
                    <a:pt x="29845" y="15494"/>
                  </a:lnTo>
                  <a:lnTo>
                    <a:pt x="4064" y="51689"/>
                  </a:lnTo>
                  <a:lnTo>
                    <a:pt x="0" y="1271651"/>
                  </a:lnTo>
                  <a:lnTo>
                    <a:pt x="127" y="1272895"/>
                  </a:lnTo>
                  <a:lnTo>
                    <a:pt x="127" y="1279525"/>
                  </a:lnTo>
                  <a:lnTo>
                    <a:pt x="508" y="1279525"/>
                  </a:lnTo>
                  <a:lnTo>
                    <a:pt x="1524" y="1292225"/>
                  </a:lnTo>
                  <a:lnTo>
                    <a:pt x="3937" y="1292225"/>
                  </a:lnTo>
                  <a:lnTo>
                    <a:pt x="5842" y="1304925"/>
                  </a:lnTo>
                  <a:lnTo>
                    <a:pt x="7747" y="1304925"/>
                  </a:lnTo>
                  <a:lnTo>
                    <a:pt x="10033" y="1317625"/>
                  </a:lnTo>
                  <a:lnTo>
                    <a:pt x="18796" y="1317625"/>
                  </a:lnTo>
                  <a:lnTo>
                    <a:pt x="25908" y="1330325"/>
                  </a:lnTo>
                  <a:lnTo>
                    <a:pt x="33909" y="1330325"/>
                  </a:lnTo>
                  <a:lnTo>
                    <a:pt x="38100" y="1343025"/>
                  </a:lnTo>
                  <a:lnTo>
                    <a:pt x="47117" y="1343025"/>
                  </a:lnTo>
                  <a:lnTo>
                    <a:pt x="71374" y="1343025"/>
                  </a:lnTo>
                  <a:lnTo>
                    <a:pt x="6222352" y="1343025"/>
                  </a:lnTo>
                  <a:lnTo>
                    <a:pt x="6228448" y="1330325"/>
                  </a:lnTo>
                  <a:lnTo>
                    <a:pt x="6245720" y="1330325"/>
                  </a:lnTo>
                  <a:lnTo>
                    <a:pt x="6251143" y="1317625"/>
                  </a:lnTo>
                  <a:lnTo>
                    <a:pt x="6261379" y="1317625"/>
                  </a:lnTo>
                  <a:lnTo>
                    <a:pt x="6266167" y="1304925"/>
                  </a:lnTo>
                  <a:lnTo>
                    <a:pt x="6275032" y="1304925"/>
                  </a:lnTo>
                  <a:lnTo>
                    <a:pt x="6279096" y="1292225"/>
                  </a:lnTo>
                  <a:lnTo>
                    <a:pt x="6282931" y="1292225"/>
                  </a:lnTo>
                  <a:lnTo>
                    <a:pt x="6286436" y="1279525"/>
                  </a:lnTo>
                  <a:lnTo>
                    <a:pt x="6289675" y="1279525"/>
                  </a:lnTo>
                  <a:lnTo>
                    <a:pt x="6292659" y="1266825"/>
                  </a:lnTo>
                  <a:lnTo>
                    <a:pt x="6295377" y="1266825"/>
                  </a:lnTo>
                  <a:lnTo>
                    <a:pt x="6297790" y="1254125"/>
                  </a:lnTo>
                  <a:lnTo>
                    <a:pt x="6299873" y="1254125"/>
                  </a:lnTo>
                  <a:lnTo>
                    <a:pt x="6301651" y="1241425"/>
                  </a:lnTo>
                  <a:lnTo>
                    <a:pt x="6303124" y="1241425"/>
                  </a:lnTo>
                  <a:lnTo>
                    <a:pt x="6304216" y="1228725"/>
                  </a:lnTo>
                  <a:lnTo>
                    <a:pt x="6305016" y="1228725"/>
                  </a:lnTo>
                  <a:lnTo>
                    <a:pt x="6305499" y="1216025"/>
                  </a:lnTo>
                  <a:lnTo>
                    <a:pt x="6305664" y="1216025"/>
                  </a:lnTo>
                  <a:lnTo>
                    <a:pt x="6305664" y="136525"/>
                  </a:lnTo>
                  <a:close/>
                </a:path>
              </a:pathLst>
            </a:custGeom>
            <a:solidFill>
              <a:srgbClr val="FB82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66746" y="4972046"/>
              <a:ext cx="6286500" cy="1333500"/>
            </a:xfrm>
            <a:custGeom>
              <a:avLst/>
              <a:gdLst/>
              <a:ahLst/>
              <a:cxnLst/>
              <a:rect l="l" t="t" r="r" b="b"/>
              <a:pathLst>
                <a:path w="6286500" h="1333500">
                  <a:moveTo>
                    <a:pt x="6169138" y="1333497"/>
                  </a:moveTo>
                  <a:lnTo>
                    <a:pt x="62356" y="1333497"/>
                  </a:lnTo>
                  <a:lnTo>
                    <a:pt x="57911" y="1333116"/>
                  </a:lnTo>
                  <a:lnTo>
                    <a:pt x="22732" y="1316987"/>
                  </a:lnTo>
                  <a:lnTo>
                    <a:pt x="2158" y="1283967"/>
                  </a:lnTo>
                  <a:lnTo>
                    <a:pt x="0" y="1271140"/>
                  </a:lnTo>
                  <a:lnTo>
                    <a:pt x="0" y="62357"/>
                  </a:lnTo>
                  <a:lnTo>
                    <a:pt x="13842" y="26034"/>
                  </a:lnTo>
                  <a:lnTo>
                    <a:pt x="45338" y="3302"/>
                  </a:lnTo>
                  <a:lnTo>
                    <a:pt x="62356" y="0"/>
                  </a:lnTo>
                  <a:lnTo>
                    <a:pt x="6169138" y="0"/>
                  </a:lnTo>
                  <a:lnTo>
                    <a:pt x="6216635" y="12699"/>
                  </a:lnTo>
                  <a:lnTo>
                    <a:pt x="6255624" y="42545"/>
                  </a:lnTo>
                  <a:lnTo>
                    <a:pt x="6280009" y="85089"/>
                  </a:lnTo>
                  <a:lnTo>
                    <a:pt x="6286485" y="117347"/>
                  </a:lnTo>
                  <a:lnTo>
                    <a:pt x="6286485" y="1216149"/>
                  </a:lnTo>
                  <a:lnTo>
                    <a:pt x="6273785" y="1263647"/>
                  </a:lnTo>
                  <a:lnTo>
                    <a:pt x="6243940" y="1302636"/>
                  </a:lnTo>
                  <a:lnTo>
                    <a:pt x="6201395" y="1327020"/>
                  </a:lnTo>
                  <a:lnTo>
                    <a:pt x="6169138" y="1333497"/>
                  </a:lnTo>
                  <a:close/>
                </a:path>
              </a:pathLst>
            </a:custGeom>
            <a:solidFill>
              <a:srgbClr val="030303">
                <a:alpha val="748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57212" y="4962524"/>
              <a:ext cx="6305550" cy="1352550"/>
            </a:xfrm>
            <a:custGeom>
              <a:avLst/>
              <a:gdLst/>
              <a:ahLst/>
              <a:cxnLst/>
              <a:rect l="l" t="t" r="r" b="b"/>
              <a:pathLst>
                <a:path w="6305550" h="1352550">
                  <a:moveTo>
                    <a:pt x="6305537" y="146050"/>
                  </a:moveTo>
                  <a:lnTo>
                    <a:pt x="6305385" y="133350"/>
                  </a:lnTo>
                  <a:lnTo>
                    <a:pt x="6304940" y="133350"/>
                  </a:lnTo>
                  <a:lnTo>
                    <a:pt x="6304140" y="120650"/>
                  </a:lnTo>
                  <a:lnTo>
                    <a:pt x="6302997" y="120650"/>
                  </a:lnTo>
                  <a:lnTo>
                    <a:pt x="6301524" y="107950"/>
                  </a:lnTo>
                  <a:lnTo>
                    <a:pt x="6299746" y="107950"/>
                  </a:lnTo>
                  <a:lnTo>
                    <a:pt x="6297663" y="95250"/>
                  </a:lnTo>
                  <a:lnTo>
                    <a:pt x="6295250" y="95250"/>
                  </a:lnTo>
                  <a:lnTo>
                    <a:pt x="6292608" y="82550"/>
                  </a:lnTo>
                  <a:lnTo>
                    <a:pt x="6289649" y="82550"/>
                  </a:lnTo>
                  <a:lnTo>
                    <a:pt x="6286487" y="70294"/>
                  </a:lnTo>
                  <a:lnTo>
                    <a:pt x="6286487" y="133350"/>
                  </a:lnTo>
                  <a:lnTo>
                    <a:pt x="6286487" y="1225550"/>
                  </a:lnTo>
                  <a:lnTo>
                    <a:pt x="6285725" y="1238250"/>
                  </a:lnTo>
                  <a:lnTo>
                    <a:pt x="6284201" y="1250950"/>
                  </a:lnTo>
                  <a:lnTo>
                    <a:pt x="6282677" y="1250950"/>
                  </a:lnTo>
                  <a:lnTo>
                    <a:pt x="6280518" y="1263650"/>
                  </a:lnTo>
                  <a:lnTo>
                    <a:pt x="6277597" y="1263650"/>
                  </a:lnTo>
                  <a:lnTo>
                    <a:pt x="6274676" y="1276350"/>
                  </a:lnTo>
                  <a:lnTo>
                    <a:pt x="6271120" y="1276350"/>
                  </a:lnTo>
                  <a:lnTo>
                    <a:pt x="6266929" y="1289050"/>
                  </a:lnTo>
                  <a:lnTo>
                    <a:pt x="6262611" y="1289050"/>
                  </a:lnTo>
                  <a:lnTo>
                    <a:pt x="6257785" y="1301750"/>
                  </a:lnTo>
                  <a:lnTo>
                    <a:pt x="6252451" y="1301750"/>
                  </a:lnTo>
                  <a:lnTo>
                    <a:pt x="6246990" y="1314450"/>
                  </a:lnTo>
                  <a:lnTo>
                    <a:pt x="6241148" y="1314450"/>
                  </a:lnTo>
                  <a:lnTo>
                    <a:pt x="6228448" y="1327150"/>
                  </a:lnTo>
                  <a:lnTo>
                    <a:pt x="6214732" y="1327150"/>
                  </a:lnTo>
                  <a:lnTo>
                    <a:pt x="6207747" y="1339850"/>
                  </a:lnTo>
                  <a:lnTo>
                    <a:pt x="6170409" y="1339850"/>
                  </a:lnTo>
                  <a:lnTo>
                    <a:pt x="76327" y="1339850"/>
                  </a:lnTo>
                  <a:lnTo>
                    <a:pt x="76200" y="1339850"/>
                  </a:lnTo>
                  <a:lnTo>
                    <a:pt x="76200" y="31750"/>
                  </a:lnTo>
                  <a:lnTo>
                    <a:pt x="6218542" y="31750"/>
                  </a:lnTo>
                  <a:lnTo>
                    <a:pt x="6221844" y="31750"/>
                  </a:lnTo>
                  <a:lnTo>
                    <a:pt x="6228575" y="44450"/>
                  </a:lnTo>
                  <a:lnTo>
                    <a:pt x="6234925" y="44450"/>
                  </a:lnTo>
                  <a:lnTo>
                    <a:pt x="6241148" y="44450"/>
                  </a:lnTo>
                  <a:lnTo>
                    <a:pt x="6246990" y="57150"/>
                  </a:lnTo>
                  <a:lnTo>
                    <a:pt x="6257912" y="69850"/>
                  </a:lnTo>
                  <a:lnTo>
                    <a:pt x="6262738" y="69850"/>
                  </a:lnTo>
                  <a:lnTo>
                    <a:pt x="6266929" y="82550"/>
                  </a:lnTo>
                  <a:lnTo>
                    <a:pt x="6271120" y="82550"/>
                  </a:lnTo>
                  <a:lnTo>
                    <a:pt x="6274676" y="95250"/>
                  </a:lnTo>
                  <a:lnTo>
                    <a:pt x="6277597" y="95250"/>
                  </a:lnTo>
                  <a:lnTo>
                    <a:pt x="6280518" y="107950"/>
                  </a:lnTo>
                  <a:lnTo>
                    <a:pt x="6282677" y="107950"/>
                  </a:lnTo>
                  <a:lnTo>
                    <a:pt x="6284201" y="120650"/>
                  </a:lnTo>
                  <a:lnTo>
                    <a:pt x="6285725" y="120650"/>
                  </a:lnTo>
                  <a:lnTo>
                    <a:pt x="6286487" y="133350"/>
                  </a:lnTo>
                  <a:lnTo>
                    <a:pt x="6286487" y="70294"/>
                  </a:lnTo>
                  <a:lnTo>
                    <a:pt x="6286373" y="69850"/>
                  </a:lnTo>
                  <a:lnTo>
                    <a:pt x="6282804" y="69850"/>
                  </a:lnTo>
                  <a:lnTo>
                    <a:pt x="6279019" y="57150"/>
                  </a:lnTo>
                  <a:lnTo>
                    <a:pt x="6274943" y="57150"/>
                  </a:lnTo>
                  <a:lnTo>
                    <a:pt x="6270612" y="44450"/>
                  </a:lnTo>
                  <a:lnTo>
                    <a:pt x="6266040" y="44450"/>
                  </a:lnTo>
                  <a:lnTo>
                    <a:pt x="6261252" y="44450"/>
                  </a:lnTo>
                  <a:lnTo>
                    <a:pt x="6256248" y="31750"/>
                  </a:lnTo>
                  <a:lnTo>
                    <a:pt x="6240259" y="31750"/>
                  </a:lnTo>
                  <a:lnTo>
                    <a:pt x="6239992" y="31750"/>
                  </a:lnTo>
                  <a:lnTo>
                    <a:pt x="6234239" y="19050"/>
                  </a:lnTo>
                  <a:lnTo>
                    <a:pt x="6222225" y="19050"/>
                  </a:lnTo>
                  <a:lnTo>
                    <a:pt x="6216002" y="19050"/>
                  </a:lnTo>
                  <a:lnTo>
                    <a:pt x="6209716" y="6350"/>
                  </a:lnTo>
                  <a:lnTo>
                    <a:pt x="6196825" y="6350"/>
                  </a:lnTo>
                  <a:lnTo>
                    <a:pt x="6170409" y="6350"/>
                  </a:lnTo>
                  <a:lnTo>
                    <a:pt x="76200" y="6350"/>
                  </a:lnTo>
                  <a:lnTo>
                    <a:pt x="76200" y="0"/>
                  </a:lnTo>
                  <a:lnTo>
                    <a:pt x="71247" y="0"/>
                  </a:lnTo>
                  <a:lnTo>
                    <a:pt x="66421" y="381"/>
                  </a:lnTo>
                  <a:lnTo>
                    <a:pt x="29718" y="15494"/>
                  </a:lnTo>
                  <a:lnTo>
                    <a:pt x="3937" y="51689"/>
                  </a:lnTo>
                  <a:lnTo>
                    <a:pt x="0" y="71247"/>
                  </a:lnTo>
                  <a:lnTo>
                    <a:pt x="0" y="82550"/>
                  </a:lnTo>
                  <a:lnTo>
                    <a:pt x="0" y="1281303"/>
                  </a:lnTo>
                  <a:lnTo>
                    <a:pt x="0" y="1289050"/>
                  </a:lnTo>
                  <a:lnTo>
                    <a:pt x="381" y="1289050"/>
                  </a:lnTo>
                  <a:lnTo>
                    <a:pt x="1397" y="1301750"/>
                  </a:lnTo>
                  <a:lnTo>
                    <a:pt x="3810" y="1301750"/>
                  </a:lnTo>
                  <a:lnTo>
                    <a:pt x="5715" y="1314450"/>
                  </a:lnTo>
                  <a:lnTo>
                    <a:pt x="7620" y="1314450"/>
                  </a:lnTo>
                  <a:lnTo>
                    <a:pt x="9906" y="1327150"/>
                  </a:lnTo>
                  <a:lnTo>
                    <a:pt x="18669" y="1327150"/>
                  </a:lnTo>
                  <a:lnTo>
                    <a:pt x="22225" y="1339850"/>
                  </a:lnTo>
                  <a:lnTo>
                    <a:pt x="33782" y="1339850"/>
                  </a:lnTo>
                  <a:lnTo>
                    <a:pt x="37973" y="1352550"/>
                  </a:lnTo>
                  <a:lnTo>
                    <a:pt x="63246" y="1352550"/>
                  </a:lnTo>
                  <a:lnTo>
                    <a:pt x="6222225" y="1352550"/>
                  </a:lnTo>
                  <a:lnTo>
                    <a:pt x="6228321" y="1339850"/>
                  </a:lnTo>
                  <a:lnTo>
                    <a:pt x="6245593" y="1339850"/>
                  </a:lnTo>
                  <a:lnTo>
                    <a:pt x="6251016" y="1327150"/>
                  </a:lnTo>
                  <a:lnTo>
                    <a:pt x="6261252" y="1327150"/>
                  </a:lnTo>
                  <a:lnTo>
                    <a:pt x="6266040" y="1314450"/>
                  </a:lnTo>
                  <a:lnTo>
                    <a:pt x="6274905" y="1314450"/>
                  </a:lnTo>
                  <a:lnTo>
                    <a:pt x="6278969" y="1301750"/>
                  </a:lnTo>
                  <a:lnTo>
                    <a:pt x="6282804" y="1301750"/>
                  </a:lnTo>
                  <a:lnTo>
                    <a:pt x="6286309" y="1289050"/>
                  </a:lnTo>
                  <a:lnTo>
                    <a:pt x="6289548" y="1289050"/>
                  </a:lnTo>
                  <a:lnTo>
                    <a:pt x="6292532" y="1276350"/>
                  </a:lnTo>
                  <a:lnTo>
                    <a:pt x="6295250" y="1276350"/>
                  </a:lnTo>
                  <a:lnTo>
                    <a:pt x="6297663" y="1263650"/>
                  </a:lnTo>
                  <a:lnTo>
                    <a:pt x="6299746" y="1263650"/>
                  </a:lnTo>
                  <a:lnTo>
                    <a:pt x="6301524" y="1250950"/>
                  </a:lnTo>
                  <a:lnTo>
                    <a:pt x="6302997" y="1250950"/>
                  </a:lnTo>
                  <a:lnTo>
                    <a:pt x="6304089" y="1238250"/>
                  </a:lnTo>
                  <a:lnTo>
                    <a:pt x="6304889" y="1238250"/>
                  </a:lnTo>
                  <a:lnTo>
                    <a:pt x="6305372" y="1225550"/>
                  </a:lnTo>
                  <a:lnTo>
                    <a:pt x="6305537" y="1225550"/>
                  </a:lnTo>
                  <a:lnTo>
                    <a:pt x="6305537" y="146050"/>
                  </a:lnTo>
                  <a:close/>
                </a:path>
              </a:pathLst>
            </a:custGeom>
            <a:solidFill>
              <a:srgbClr val="FB823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648839" y="475559"/>
            <a:ext cx="4725670" cy="1128395"/>
          </a:xfrm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 marR="5080">
              <a:lnSpc>
                <a:spcPts val="4430"/>
              </a:lnSpc>
              <a:spcBef>
                <a:spcPts val="20"/>
              </a:spcBef>
            </a:pPr>
            <a:r>
              <a:rPr dirty="0" sz="3550" spc="70"/>
              <a:t>The</a:t>
            </a:r>
            <a:r>
              <a:rPr dirty="0" sz="3550" spc="-254"/>
              <a:t> </a:t>
            </a:r>
            <a:r>
              <a:rPr dirty="0" sz="3550" spc="70"/>
              <a:t>Problem:</a:t>
            </a:r>
            <a:r>
              <a:rPr dirty="0" sz="3550" spc="-250"/>
              <a:t> </a:t>
            </a:r>
            <a:r>
              <a:rPr dirty="0" sz="3550" spc="80"/>
              <a:t>One</a:t>
            </a:r>
            <a:r>
              <a:rPr dirty="0" sz="3550" spc="-254"/>
              <a:t> </a:t>
            </a:r>
            <a:r>
              <a:rPr dirty="0" sz="3550" spc="150"/>
              <a:t>Size </a:t>
            </a:r>
            <a:r>
              <a:rPr dirty="0" sz="3550" spc="100"/>
              <a:t>Doesn't</a:t>
            </a:r>
            <a:r>
              <a:rPr dirty="0" sz="3550" spc="-250"/>
              <a:t> </a:t>
            </a:r>
            <a:r>
              <a:rPr dirty="0" sz="3550" spc="135"/>
              <a:t>Fit</a:t>
            </a:r>
            <a:r>
              <a:rPr dirty="0" sz="3550" spc="-245"/>
              <a:t> </a:t>
            </a:r>
            <a:r>
              <a:rPr dirty="0" sz="3550" spc="150"/>
              <a:t>All</a:t>
            </a:r>
            <a:endParaRPr sz="3550"/>
          </a:p>
        </p:txBody>
      </p:sp>
      <p:sp>
        <p:nvSpPr>
          <p:cNvPr id="11" name="object 11"/>
          <p:cNvSpPr txBox="1"/>
          <p:nvPr/>
        </p:nvSpPr>
        <p:spPr>
          <a:xfrm>
            <a:off x="924169" y="3501356"/>
            <a:ext cx="5154295" cy="967740"/>
          </a:xfrm>
          <a:prstGeom prst="rect">
            <a:avLst/>
          </a:prstGeom>
        </p:spPr>
        <p:txBody>
          <a:bodyPr wrap="square" lIns="0" tIns="1149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dirty="0" sz="1750">
                <a:solidFill>
                  <a:srgbClr val="E4DFDE"/>
                </a:solidFill>
                <a:latin typeface="Tahoma"/>
                <a:cs typeface="Tahoma"/>
              </a:rPr>
              <a:t>The</a:t>
            </a:r>
            <a:r>
              <a:rPr dirty="0" sz="1750" spc="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750" spc="35">
                <a:solidFill>
                  <a:srgbClr val="E4DFDE"/>
                </a:solidFill>
                <a:latin typeface="Tahoma"/>
                <a:cs typeface="Tahoma"/>
              </a:rPr>
              <a:t>Gap</a:t>
            </a:r>
            <a:endParaRPr sz="1750">
              <a:latin typeface="Tahoma"/>
              <a:cs typeface="Tahoma"/>
            </a:endParaRPr>
          </a:p>
          <a:p>
            <a:pPr marL="12700" marR="5080">
              <a:lnSpc>
                <a:spcPct val="129500"/>
              </a:lnSpc>
              <a:spcBef>
                <a:spcPts val="155"/>
              </a:spcBef>
            </a:pPr>
            <a:r>
              <a:rPr dirty="0" sz="1400">
                <a:solidFill>
                  <a:srgbClr val="E4DFDE"/>
                </a:solidFill>
                <a:latin typeface="Roboto"/>
                <a:cs typeface="Roboto"/>
              </a:rPr>
              <a:t>An</a:t>
            </a:r>
            <a:r>
              <a:rPr dirty="0" sz="1400" spc="-3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00" b="1">
                <a:solidFill>
                  <a:srgbClr val="E4DFDE"/>
                </a:solidFill>
                <a:latin typeface="Roboto"/>
                <a:cs typeface="Roboto"/>
              </a:rPr>
              <a:t>asthma</a:t>
            </a:r>
            <a:r>
              <a:rPr dirty="0" sz="1400" spc="-30" b="1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00" b="1">
                <a:solidFill>
                  <a:srgbClr val="E4DFDE"/>
                </a:solidFill>
                <a:latin typeface="Roboto"/>
                <a:cs typeface="Roboto"/>
              </a:rPr>
              <a:t>patient</a:t>
            </a:r>
            <a:r>
              <a:rPr dirty="0" sz="1400">
                <a:solidFill>
                  <a:srgbClr val="E4DFDE"/>
                </a:solidFill>
                <a:latin typeface="Roboto"/>
                <a:cs typeface="Roboto"/>
              </a:rPr>
              <a:t>,</a:t>
            </a:r>
            <a:r>
              <a:rPr dirty="0" sz="1400" spc="-3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00">
                <a:solidFill>
                  <a:srgbClr val="E4DFDE"/>
                </a:solidFill>
                <a:latin typeface="Roboto"/>
                <a:cs typeface="Roboto"/>
              </a:rPr>
              <a:t>outdoor</a:t>
            </a:r>
            <a:r>
              <a:rPr dirty="0" sz="1400" spc="-3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00">
                <a:solidFill>
                  <a:srgbClr val="E4DFDE"/>
                </a:solidFill>
                <a:latin typeface="Roboto"/>
                <a:cs typeface="Roboto"/>
              </a:rPr>
              <a:t>worker,</a:t>
            </a:r>
            <a:r>
              <a:rPr dirty="0" sz="1400" spc="-3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00">
                <a:solidFill>
                  <a:srgbClr val="E4DFDE"/>
                </a:solidFill>
                <a:latin typeface="Roboto"/>
                <a:cs typeface="Roboto"/>
              </a:rPr>
              <a:t>and</a:t>
            </a:r>
            <a:r>
              <a:rPr dirty="0" sz="1400" spc="-3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00" spc="-10">
                <a:solidFill>
                  <a:srgbClr val="E4DFDE"/>
                </a:solidFill>
                <a:latin typeface="Roboto"/>
                <a:cs typeface="Roboto"/>
              </a:rPr>
              <a:t>healthy</a:t>
            </a:r>
            <a:r>
              <a:rPr dirty="0" sz="1400" spc="-3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00">
                <a:solidFill>
                  <a:srgbClr val="E4DFDE"/>
                </a:solidFill>
                <a:latin typeface="Roboto"/>
                <a:cs typeface="Roboto"/>
              </a:rPr>
              <a:t>adult</a:t>
            </a:r>
            <a:r>
              <a:rPr dirty="0" sz="1400" spc="-3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00">
                <a:solidFill>
                  <a:srgbClr val="E4DFDE"/>
                </a:solidFill>
                <a:latin typeface="Roboto"/>
                <a:cs typeface="Roboto"/>
              </a:rPr>
              <a:t>face</a:t>
            </a:r>
            <a:r>
              <a:rPr dirty="0" sz="1400" spc="-3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00" spc="-10">
                <a:solidFill>
                  <a:srgbClr val="E4DFDE"/>
                </a:solidFill>
                <a:latin typeface="Roboto"/>
                <a:cs typeface="Roboto"/>
              </a:rPr>
              <a:t>vastly </a:t>
            </a:r>
            <a:r>
              <a:rPr dirty="0" sz="1400">
                <a:solidFill>
                  <a:srgbClr val="E4DFDE"/>
                </a:solidFill>
                <a:latin typeface="Roboto"/>
                <a:cs typeface="Roboto"/>
              </a:rPr>
              <a:t>different</a:t>
            </a:r>
            <a:r>
              <a:rPr dirty="0" sz="1400" spc="-1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00">
                <a:solidFill>
                  <a:srgbClr val="E4DFDE"/>
                </a:solidFill>
                <a:latin typeface="Roboto"/>
                <a:cs typeface="Roboto"/>
              </a:rPr>
              <a:t>risks</a:t>
            </a:r>
            <a:r>
              <a:rPr dirty="0" sz="1400" spc="-1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00">
                <a:solidFill>
                  <a:srgbClr val="E4DFDE"/>
                </a:solidFill>
                <a:latin typeface="Roboto"/>
                <a:cs typeface="Roboto"/>
              </a:rPr>
              <a:t>from</a:t>
            </a:r>
            <a:r>
              <a:rPr dirty="0" sz="1400" spc="-1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00" b="1">
                <a:solidFill>
                  <a:srgbClr val="E4DFDE"/>
                </a:solidFill>
                <a:latin typeface="Roboto"/>
                <a:cs typeface="Roboto"/>
              </a:rPr>
              <a:t>identical</a:t>
            </a:r>
            <a:r>
              <a:rPr dirty="0" sz="1400" spc="-15" b="1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00" spc="-10" b="1">
                <a:solidFill>
                  <a:srgbClr val="E4DFDE"/>
                </a:solidFill>
                <a:latin typeface="Roboto"/>
                <a:cs typeface="Roboto"/>
              </a:rPr>
              <a:t>conditions</a:t>
            </a:r>
            <a:r>
              <a:rPr dirty="0" sz="1400" spc="-10">
                <a:solidFill>
                  <a:srgbClr val="E4DFDE"/>
                </a:solidFill>
                <a:latin typeface="Roboto"/>
                <a:cs typeface="Roboto"/>
              </a:rPr>
              <a:t>.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24169" y="5012161"/>
            <a:ext cx="5247640" cy="967740"/>
          </a:xfrm>
          <a:prstGeom prst="rect">
            <a:avLst/>
          </a:prstGeom>
        </p:spPr>
        <p:txBody>
          <a:bodyPr wrap="square" lIns="0" tIns="1149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dirty="0" sz="1750">
                <a:solidFill>
                  <a:srgbClr val="E4DFDE"/>
                </a:solidFill>
                <a:latin typeface="Tahoma"/>
                <a:cs typeface="Tahoma"/>
              </a:rPr>
              <a:t>The</a:t>
            </a:r>
            <a:r>
              <a:rPr dirty="0" sz="1750" spc="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750" spc="65">
                <a:solidFill>
                  <a:srgbClr val="E4DFDE"/>
                </a:solidFill>
                <a:latin typeface="Tahoma"/>
                <a:cs typeface="Tahoma"/>
              </a:rPr>
              <a:t>Result</a:t>
            </a:r>
            <a:endParaRPr sz="1750">
              <a:latin typeface="Tahoma"/>
              <a:cs typeface="Tahoma"/>
            </a:endParaRPr>
          </a:p>
          <a:p>
            <a:pPr marL="12700" marR="5080">
              <a:lnSpc>
                <a:spcPct val="129500"/>
              </a:lnSpc>
              <a:spcBef>
                <a:spcPts val="155"/>
              </a:spcBef>
            </a:pPr>
            <a:r>
              <a:rPr dirty="0" sz="1400">
                <a:solidFill>
                  <a:srgbClr val="E4DFDE"/>
                </a:solidFill>
                <a:latin typeface="Roboto"/>
                <a:cs typeface="Roboto"/>
              </a:rPr>
              <a:t>People</a:t>
            </a:r>
            <a:r>
              <a:rPr dirty="0" sz="1400" spc="-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00" b="1">
                <a:solidFill>
                  <a:srgbClr val="E4DFDE"/>
                </a:solidFill>
                <a:latin typeface="Roboto"/>
                <a:cs typeface="Roboto"/>
              </a:rPr>
              <a:t>ignore</a:t>
            </a:r>
            <a:r>
              <a:rPr dirty="0" sz="1400" spc="-5" b="1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00" b="1">
                <a:solidFill>
                  <a:srgbClr val="E4DFDE"/>
                </a:solidFill>
                <a:latin typeface="Roboto"/>
                <a:cs typeface="Roboto"/>
              </a:rPr>
              <a:t>irrelevant</a:t>
            </a:r>
            <a:r>
              <a:rPr dirty="0" sz="1400" spc="-5" b="1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00" b="1">
                <a:solidFill>
                  <a:srgbClr val="E4DFDE"/>
                </a:solidFill>
                <a:latin typeface="Roboto"/>
                <a:cs typeface="Roboto"/>
              </a:rPr>
              <a:t>alerts</a:t>
            </a:r>
            <a:r>
              <a:rPr dirty="0" sz="1400" spc="-5" b="1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00">
                <a:solidFill>
                  <a:srgbClr val="E4DFDE"/>
                </a:solidFill>
                <a:latin typeface="Roboto"/>
                <a:cs typeface="Roboto"/>
              </a:rPr>
              <a:t>or</a:t>
            </a:r>
            <a:r>
              <a:rPr dirty="0" sz="1400" spc="-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00">
                <a:solidFill>
                  <a:srgbClr val="E4DFDE"/>
                </a:solidFill>
                <a:latin typeface="Roboto"/>
                <a:cs typeface="Roboto"/>
              </a:rPr>
              <a:t>miss</a:t>
            </a:r>
            <a:r>
              <a:rPr dirty="0" sz="1400" spc="-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00" spc="-10">
                <a:solidFill>
                  <a:srgbClr val="E4DFDE"/>
                </a:solidFill>
                <a:latin typeface="Roboto"/>
                <a:cs typeface="Roboto"/>
              </a:rPr>
              <a:t>critical</a:t>
            </a:r>
            <a:r>
              <a:rPr dirty="0" sz="1400" spc="-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00" spc="-10">
                <a:solidFill>
                  <a:srgbClr val="E4DFDE"/>
                </a:solidFill>
                <a:latin typeface="Roboto"/>
                <a:cs typeface="Roboto"/>
              </a:rPr>
              <a:t>warnings</a:t>
            </a:r>
            <a:r>
              <a:rPr dirty="0" sz="1400" spc="-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00">
                <a:solidFill>
                  <a:srgbClr val="E4DFDE"/>
                </a:solidFill>
                <a:latin typeface="Roboto"/>
                <a:cs typeface="Roboto"/>
              </a:rPr>
              <a:t>that</a:t>
            </a:r>
            <a:r>
              <a:rPr dirty="0" sz="1400" spc="-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00" spc="-20">
                <a:solidFill>
                  <a:srgbClr val="E4DFDE"/>
                </a:solidFill>
                <a:latin typeface="Roboto"/>
                <a:cs typeface="Roboto"/>
              </a:rPr>
              <a:t>were </a:t>
            </a:r>
            <a:r>
              <a:rPr dirty="0" sz="1400" spc="-10">
                <a:solidFill>
                  <a:srgbClr val="E4DFDE"/>
                </a:solidFill>
                <a:latin typeface="Roboto"/>
                <a:cs typeface="Roboto"/>
              </a:rPr>
              <a:t>actually</a:t>
            </a:r>
            <a:r>
              <a:rPr dirty="0" sz="1400" spc="-3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00">
                <a:solidFill>
                  <a:srgbClr val="E4DFDE"/>
                </a:solidFill>
                <a:latin typeface="Roboto"/>
                <a:cs typeface="Roboto"/>
              </a:rPr>
              <a:t>meant</a:t>
            </a:r>
            <a:r>
              <a:rPr dirty="0" sz="1400" spc="-3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00">
                <a:solidFill>
                  <a:srgbClr val="E4DFDE"/>
                </a:solidFill>
                <a:latin typeface="Roboto"/>
                <a:cs typeface="Roboto"/>
              </a:rPr>
              <a:t>for</a:t>
            </a:r>
            <a:r>
              <a:rPr dirty="0" sz="1400" spc="-3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00" spc="-10">
                <a:solidFill>
                  <a:srgbClr val="E4DFDE"/>
                </a:solidFill>
                <a:latin typeface="Roboto"/>
                <a:cs typeface="Roboto"/>
              </a:rPr>
              <a:t>them.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24169" y="1983211"/>
            <a:ext cx="5071110" cy="967740"/>
          </a:xfrm>
          <a:prstGeom prst="rect">
            <a:avLst/>
          </a:prstGeom>
        </p:spPr>
        <p:txBody>
          <a:bodyPr wrap="square" lIns="0" tIns="1149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dirty="0" sz="1750" spc="70">
                <a:solidFill>
                  <a:srgbClr val="E4DFDE"/>
                </a:solidFill>
                <a:latin typeface="Tahoma"/>
                <a:cs typeface="Tahoma"/>
              </a:rPr>
              <a:t>Today's</a:t>
            </a:r>
            <a:r>
              <a:rPr dirty="0" sz="1750" spc="-10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750" spc="75">
                <a:solidFill>
                  <a:srgbClr val="E4DFDE"/>
                </a:solidFill>
                <a:latin typeface="Tahoma"/>
                <a:cs typeface="Tahoma"/>
              </a:rPr>
              <a:t>Reality</a:t>
            </a:r>
            <a:endParaRPr sz="1750">
              <a:latin typeface="Tahoma"/>
              <a:cs typeface="Tahoma"/>
            </a:endParaRPr>
          </a:p>
          <a:p>
            <a:pPr marL="12700" marR="5080">
              <a:lnSpc>
                <a:spcPct val="129500"/>
              </a:lnSpc>
              <a:spcBef>
                <a:spcPts val="155"/>
              </a:spcBef>
            </a:pPr>
            <a:r>
              <a:rPr dirty="0" sz="1400">
                <a:solidFill>
                  <a:srgbClr val="E4DFDE"/>
                </a:solidFill>
                <a:latin typeface="Roboto"/>
                <a:cs typeface="Roboto"/>
              </a:rPr>
              <a:t>Generic</a:t>
            </a:r>
            <a:r>
              <a:rPr dirty="0" sz="1400" spc="-2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00">
                <a:solidFill>
                  <a:srgbClr val="E4DFDE"/>
                </a:solidFill>
                <a:latin typeface="Roboto"/>
                <a:cs typeface="Roboto"/>
              </a:rPr>
              <a:t>weather</a:t>
            </a:r>
            <a:r>
              <a:rPr dirty="0" sz="1400" spc="-2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00">
                <a:solidFill>
                  <a:srgbClr val="E4DFDE"/>
                </a:solidFill>
                <a:latin typeface="Roboto"/>
                <a:cs typeface="Roboto"/>
              </a:rPr>
              <a:t>alerts</a:t>
            </a:r>
            <a:r>
              <a:rPr dirty="0" sz="1400" spc="-2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00">
                <a:solidFill>
                  <a:srgbClr val="E4DFDE"/>
                </a:solidFill>
                <a:latin typeface="Roboto"/>
                <a:cs typeface="Roboto"/>
              </a:rPr>
              <a:t>apply</a:t>
            </a:r>
            <a:r>
              <a:rPr dirty="0" sz="1400" spc="-2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00">
                <a:solidFill>
                  <a:srgbClr val="E4DFDE"/>
                </a:solidFill>
                <a:latin typeface="Roboto"/>
                <a:cs typeface="Roboto"/>
              </a:rPr>
              <a:t>the</a:t>
            </a:r>
            <a:r>
              <a:rPr dirty="0" sz="1400" spc="-2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00" b="1">
                <a:solidFill>
                  <a:srgbClr val="E4DFDE"/>
                </a:solidFill>
                <a:latin typeface="Roboto"/>
                <a:cs typeface="Roboto"/>
              </a:rPr>
              <a:t>same</a:t>
            </a:r>
            <a:r>
              <a:rPr dirty="0" sz="1400" spc="-20" b="1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00" b="1">
                <a:solidFill>
                  <a:srgbClr val="E4DFDE"/>
                </a:solidFill>
                <a:latin typeface="Roboto"/>
                <a:cs typeface="Roboto"/>
              </a:rPr>
              <a:t>threshold</a:t>
            </a:r>
            <a:r>
              <a:rPr dirty="0" sz="1400" spc="-25" b="1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00" b="1">
                <a:solidFill>
                  <a:srgbClr val="E4DFDE"/>
                </a:solidFill>
                <a:latin typeface="Roboto"/>
                <a:cs typeface="Roboto"/>
              </a:rPr>
              <a:t>to</a:t>
            </a:r>
            <a:r>
              <a:rPr dirty="0" sz="1400" spc="-25" b="1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00" b="1">
                <a:solidFill>
                  <a:srgbClr val="E4DFDE"/>
                </a:solidFill>
                <a:latin typeface="Roboto"/>
                <a:cs typeface="Roboto"/>
              </a:rPr>
              <a:t>everyone</a:t>
            </a:r>
            <a:r>
              <a:rPr dirty="0" sz="1400" spc="-20" b="1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00" spc="-50">
                <a:solidFill>
                  <a:srgbClr val="E4DFDE"/>
                </a:solidFill>
                <a:latin typeface="Roboto"/>
                <a:cs typeface="Roboto"/>
              </a:rPr>
              <a:t>— </a:t>
            </a:r>
            <a:r>
              <a:rPr dirty="0" sz="1400" spc="-10">
                <a:solidFill>
                  <a:srgbClr val="E4DFDE"/>
                </a:solidFill>
                <a:latin typeface="Roboto"/>
                <a:cs typeface="Roboto"/>
              </a:rPr>
              <a:t>regardless</a:t>
            </a:r>
            <a:r>
              <a:rPr dirty="0" sz="1400" spc="-2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00">
                <a:solidFill>
                  <a:srgbClr val="E4DFDE"/>
                </a:solidFill>
                <a:latin typeface="Roboto"/>
                <a:cs typeface="Roboto"/>
              </a:rPr>
              <a:t>of</a:t>
            </a:r>
            <a:r>
              <a:rPr dirty="0" sz="1400" spc="-3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00">
                <a:solidFill>
                  <a:srgbClr val="E4DFDE"/>
                </a:solidFill>
                <a:latin typeface="Roboto"/>
                <a:cs typeface="Roboto"/>
              </a:rPr>
              <a:t>who</a:t>
            </a:r>
            <a:r>
              <a:rPr dirty="0" sz="1400" spc="-2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00">
                <a:solidFill>
                  <a:srgbClr val="E4DFDE"/>
                </a:solidFill>
                <a:latin typeface="Roboto"/>
                <a:cs typeface="Roboto"/>
              </a:rPr>
              <a:t>you</a:t>
            </a:r>
            <a:r>
              <a:rPr dirty="0" sz="1400" spc="-2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00">
                <a:solidFill>
                  <a:srgbClr val="E4DFDE"/>
                </a:solidFill>
                <a:latin typeface="Roboto"/>
                <a:cs typeface="Roboto"/>
              </a:rPr>
              <a:t>are</a:t>
            </a:r>
            <a:r>
              <a:rPr dirty="0" sz="1400" spc="-2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00">
                <a:solidFill>
                  <a:srgbClr val="E4DFDE"/>
                </a:solidFill>
                <a:latin typeface="Roboto"/>
                <a:cs typeface="Roboto"/>
              </a:rPr>
              <a:t>or</a:t>
            </a:r>
            <a:r>
              <a:rPr dirty="0" sz="1400" spc="-2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00">
                <a:solidFill>
                  <a:srgbClr val="E4DFDE"/>
                </a:solidFill>
                <a:latin typeface="Roboto"/>
                <a:cs typeface="Roboto"/>
              </a:rPr>
              <a:t>what</a:t>
            </a:r>
            <a:r>
              <a:rPr dirty="0" sz="1400" spc="-2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00">
                <a:solidFill>
                  <a:srgbClr val="E4DFDE"/>
                </a:solidFill>
                <a:latin typeface="Roboto"/>
                <a:cs typeface="Roboto"/>
              </a:rPr>
              <a:t>you</a:t>
            </a:r>
            <a:r>
              <a:rPr dirty="0" sz="1400" spc="-2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00" spc="-10">
                <a:solidFill>
                  <a:srgbClr val="E4DFDE"/>
                </a:solidFill>
                <a:latin typeface="Roboto"/>
                <a:cs typeface="Roboto"/>
              </a:rPr>
              <a:t>need.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9650" y="1666875"/>
            <a:ext cx="6229349" cy="3524249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8000996" y="1514471"/>
            <a:ext cx="3543300" cy="1562100"/>
            <a:chOff x="8000996" y="1514471"/>
            <a:chExt cx="3543300" cy="1562100"/>
          </a:xfrm>
        </p:grpSpPr>
        <p:sp>
          <p:nvSpPr>
            <p:cNvPr id="4" name="object 4"/>
            <p:cNvSpPr/>
            <p:nvPr/>
          </p:nvSpPr>
          <p:spPr>
            <a:xfrm>
              <a:off x="8010521" y="1523996"/>
              <a:ext cx="3524250" cy="1552575"/>
            </a:xfrm>
            <a:custGeom>
              <a:avLst/>
              <a:gdLst/>
              <a:ahLst/>
              <a:cxnLst/>
              <a:rect l="l" t="t" r="r" b="b"/>
              <a:pathLst>
                <a:path w="3524250" h="1552575">
                  <a:moveTo>
                    <a:pt x="3413880" y="1552572"/>
                  </a:moveTo>
                  <a:lnTo>
                    <a:pt x="110362" y="1552572"/>
                  </a:lnTo>
                  <a:lnTo>
                    <a:pt x="102616" y="1551809"/>
                  </a:lnTo>
                  <a:lnTo>
                    <a:pt x="65912" y="1540634"/>
                  </a:lnTo>
                  <a:lnTo>
                    <a:pt x="29333" y="1512440"/>
                  </a:lnTo>
                  <a:lnTo>
                    <a:pt x="6095" y="1472308"/>
                  </a:lnTo>
                  <a:lnTo>
                    <a:pt x="0" y="1442209"/>
                  </a:lnTo>
                  <a:lnTo>
                    <a:pt x="0" y="110362"/>
                  </a:lnTo>
                  <a:lnTo>
                    <a:pt x="12006" y="65785"/>
                  </a:lnTo>
                  <a:lnTo>
                    <a:pt x="40258" y="29209"/>
                  </a:lnTo>
                  <a:lnTo>
                    <a:pt x="80263" y="6095"/>
                  </a:lnTo>
                  <a:lnTo>
                    <a:pt x="110362" y="0"/>
                  </a:lnTo>
                  <a:lnTo>
                    <a:pt x="3413880" y="0"/>
                  </a:lnTo>
                  <a:lnTo>
                    <a:pt x="3458330" y="11937"/>
                  </a:lnTo>
                  <a:lnTo>
                    <a:pt x="3495032" y="40258"/>
                  </a:lnTo>
                  <a:lnTo>
                    <a:pt x="3518147" y="80263"/>
                  </a:lnTo>
                  <a:lnTo>
                    <a:pt x="3524243" y="110362"/>
                  </a:lnTo>
                  <a:lnTo>
                    <a:pt x="3524243" y="1442209"/>
                  </a:lnTo>
                  <a:lnTo>
                    <a:pt x="3512237" y="1486785"/>
                  </a:lnTo>
                  <a:lnTo>
                    <a:pt x="3483984" y="1523361"/>
                  </a:lnTo>
                  <a:lnTo>
                    <a:pt x="3443979" y="1546476"/>
                  </a:lnTo>
                  <a:lnTo>
                    <a:pt x="3413880" y="1552572"/>
                  </a:lnTo>
                  <a:close/>
                </a:path>
              </a:pathLst>
            </a:custGeom>
            <a:solidFill>
              <a:srgbClr val="03030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8000996" y="1514471"/>
              <a:ext cx="3543300" cy="1562100"/>
            </a:xfrm>
            <a:custGeom>
              <a:avLst/>
              <a:gdLst/>
              <a:ahLst/>
              <a:cxnLst/>
              <a:rect l="l" t="t" r="r" b="b"/>
              <a:pathLst>
                <a:path w="3543300" h="1562100">
                  <a:moveTo>
                    <a:pt x="3460743" y="12700"/>
                  </a:moveTo>
                  <a:lnTo>
                    <a:pt x="70993" y="12700"/>
                  </a:lnTo>
                  <a:lnTo>
                    <a:pt x="86487" y="0"/>
                  </a:lnTo>
                  <a:lnTo>
                    <a:pt x="3463465" y="0"/>
                  </a:lnTo>
                  <a:lnTo>
                    <a:pt x="3460743" y="12700"/>
                  </a:lnTo>
                  <a:close/>
                </a:path>
                <a:path w="3543300" h="1562100">
                  <a:moveTo>
                    <a:pt x="3472410" y="12700"/>
                  </a:moveTo>
                  <a:lnTo>
                    <a:pt x="3460743" y="12700"/>
                  </a:lnTo>
                  <a:lnTo>
                    <a:pt x="3464426" y="0"/>
                  </a:lnTo>
                  <a:lnTo>
                    <a:pt x="3470003" y="0"/>
                  </a:lnTo>
                  <a:lnTo>
                    <a:pt x="3472410" y="12700"/>
                  </a:lnTo>
                  <a:close/>
                </a:path>
                <a:path w="3543300" h="1562100">
                  <a:moveTo>
                    <a:pt x="61975" y="25400"/>
                  </a:moveTo>
                  <a:lnTo>
                    <a:pt x="49657" y="25400"/>
                  </a:lnTo>
                  <a:lnTo>
                    <a:pt x="56641" y="12700"/>
                  </a:lnTo>
                  <a:lnTo>
                    <a:pt x="61975" y="25400"/>
                  </a:lnTo>
                  <a:close/>
                </a:path>
                <a:path w="3543300" h="1562100">
                  <a:moveTo>
                    <a:pt x="86106" y="25400"/>
                  </a:moveTo>
                  <a:lnTo>
                    <a:pt x="61975" y="25400"/>
                  </a:lnTo>
                  <a:lnTo>
                    <a:pt x="56641" y="12700"/>
                  </a:lnTo>
                  <a:lnTo>
                    <a:pt x="82423" y="12700"/>
                  </a:lnTo>
                  <a:lnTo>
                    <a:pt x="86106" y="25400"/>
                  </a:lnTo>
                  <a:close/>
                </a:path>
                <a:path w="3543300" h="1562100">
                  <a:moveTo>
                    <a:pt x="86106" y="25400"/>
                  </a:moveTo>
                  <a:lnTo>
                    <a:pt x="82423" y="12700"/>
                  </a:lnTo>
                  <a:lnTo>
                    <a:pt x="92710" y="12700"/>
                  </a:lnTo>
                  <a:lnTo>
                    <a:pt x="86106" y="25400"/>
                  </a:lnTo>
                  <a:close/>
                </a:path>
                <a:path w="3543300" h="1562100">
                  <a:moveTo>
                    <a:pt x="3481104" y="25400"/>
                  </a:moveTo>
                  <a:lnTo>
                    <a:pt x="3463791" y="25400"/>
                  </a:lnTo>
                  <a:lnTo>
                    <a:pt x="3450583" y="12700"/>
                  </a:lnTo>
                  <a:lnTo>
                    <a:pt x="3486524" y="12700"/>
                  </a:lnTo>
                  <a:lnTo>
                    <a:pt x="3481104" y="25400"/>
                  </a:lnTo>
                  <a:close/>
                </a:path>
                <a:path w="3543300" h="1562100">
                  <a:moveTo>
                    <a:pt x="3493509" y="25400"/>
                  </a:moveTo>
                  <a:lnTo>
                    <a:pt x="3481104" y="25400"/>
                  </a:lnTo>
                  <a:lnTo>
                    <a:pt x="3486524" y="12700"/>
                  </a:lnTo>
                  <a:lnTo>
                    <a:pt x="3493509" y="25400"/>
                  </a:lnTo>
                  <a:close/>
                </a:path>
                <a:path w="3543300" h="1562100">
                  <a:moveTo>
                    <a:pt x="44068" y="38100"/>
                  </a:moveTo>
                  <a:lnTo>
                    <a:pt x="31369" y="38100"/>
                  </a:lnTo>
                  <a:lnTo>
                    <a:pt x="37338" y="25400"/>
                  </a:lnTo>
                  <a:lnTo>
                    <a:pt x="44068" y="38100"/>
                  </a:lnTo>
                  <a:close/>
                </a:path>
                <a:path w="3543300" h="1562100">
                  <a:moveTo>
                    <a:pt x="61341" y="38100"/>
                  </a:moveTo>
                  <a:lnTo>
                    <a:pt x="44068" y="38100"/>
                  </a:lnTo>
                  <a:lnTo>
                    <a:pt x="37338" y="25400"/>
                  </a:lnTo>
                  <a:lnTo>
                    <a:pt x="73279" y="25400"/>
                  </a:lnTo>
                  <a:lnTo>
                    <a:pt x="61341" y="38100"/>
                  </a:lnTo>
                  <a:close/>
                </a:path>
                <a:path w="3543300" h="1562100">
                  <a:moveTo>
                    <a:pt x="3511796" y="38100"/>
                  </a:moveTo>
                  <a:lnTo>
                    <a:pt x="3481952" y="38100"/>
                  </a:lnTo>
                  <a:lnTo>
                    <a:pt x="3470014" y="25400"/>
                  </a:lnTo>
                  <a:lnTo>
                    <a:pt x="3505954" y="25400"/>
                  </a:lnTo>
                  <a:lnTo>
                    <a:pt x="3511796" y="38100"/>
                  </a:lnTo>
                  <a:close/>
                </a:path>
                <a:path w="3543300" h="1562100">
                  <a:moveTo>
                    <a:pt x="30099" y="76200"/>
                  </a:moveTo>
                  <a:lnTo>
                    <a:pt x="9652" y="76200"/>
                  </a:lnTo>
                  <a:lnTo>
                    <a:pt x="12826" y="63500"/>
                  </a:lnTo>
                  <a:lnTo>
                    <a:pt x="16764" y="63500"/>
                  </a:lnTo>
                  <a:lnTo>
                    <a:pt x="26161" y="38100"/>
                  </a:lnTo>
                  <a:lnTo>
                    <a:pt x="50800" y="38100"/>
                  </a:lnTo>
                  <a:lnTo>
                    <a:pt x="45720" y="50800"/>
                  </a:lnTo>
                  <a:lnTo>
                    <a:pt x="40772" y="50800"/>
                  </a:lnTo>
                  <a:lnTo>
                    <a:pt x="33400" y="63500"/>
                  </a:lnTo>
                  <a:lnTo>
                    <a:pt x="30099" y="76200"/>
                  </a:lnTo>
                  <a:close/>
                </a:path>
                <a:path w="3543300" h="1562100">
                  <a:moveTo>
                    <a:pt x="3521702" y="50800"/>
                  </a:moveTo>
                  <a:lnTo>
                    <a:pt x="3497446" y="50800"/>
                  </a:lnTo>
                  <a:lnTo>
                    <a:pt x="3492493" y="38100"/>
                  </a:lnTo>
                  <a:lnTo>
                    <a:pt x="3517089" y="38100"/>
                  </a:lnTo>
                  <a:lnTo>
                    <a:pt x="3521702" y="50800"/>
                  </a:lnTo>
                  <a:close/>
                </a:path>
                <a:path w="3543300" h="1562100">
                  <a:moveTo>
                    <a:pt x="3535075" y="76200"/>
                  </a:moveTo>
                  <a:lnTo>
                    <a:pt x="3513320" y="76200"/>
                  </a:lnTo>
                  <a:lnTo>
                    <a:pt x="3509891" y="63500"/>
                  </a:lnTo>
                  <a:lnTo>
                    <a:pt x="3502017" y="50800"/>
                  </a:lnTo>
                  <a:lnTo>
                    <a:pt x="3525291" y="50800"/>
                  </a:lnTo>
                  <a:lnTo>
                    <a:pt x="3526401" y="63500"/>
                  </a:lnTo>
                  <a:lnTo>
                    <a:pt x="3530391" y="63500"/>
                  </a:lnTo>
                  <a:lnTo>
                    <a:pt x="3535075" y="76200"/>
                  </a:lnTo>
                  <a:close/>
                </a:path>
                <a:path w="3543300" h="1562100">
                  <a:moveTo>
                    <a:pt x="21437" y="101600"/>
                  </a:moveTo>
                  <a:lnTo>
                    <a:pt x="2413" y="101600"/>
                  </a:lnTo>
                  <a:lnTo>
                    <a:pt x="4063" y="88900"/>
                  </a:lnTo>
                  <a:lnTo>
                    <a:pt x="6477" y="76200"/>
                  </a:lnTo>
                  <a:lnTo>
                    <a:pt x="27304" y="76200"/>
                  </a:lnTo>
                  <a:lnTo>
                    <a:pt x="24637" y="88900"/>
                  </a:lnTo>
                  <a:lnTo>
                    <a:pt x="22479" y="88900"/>
                  </a:lnTo>
                  <a:lnTo>
                    <a:pt x="21437" y="101600"/>
                  </a:lnTo>
                  <a:close/>
                </a:path>
                <a:path w="3543300" h="1562100">
                  <a:moveTo>
                    <a:pt x="3539102" y="1473200"/>
                  </a:moveTo>
                  <a:lnTo>
                    <a:pt x="3518654" y="1473200"/>
                  </a:lnTo>
                  <a:lnTo>
                    <a:pt x="3520814" y="1460500"/>
                  </a:lnTo>
                  <a:lnTo>
                    <a:pt x="3523607" y="1447800"/>
                  </a:lnTo>
                  <a:lnTo>
                    <a:pt x="3524129" y="1447800"/>
                  </a:lnTo>
                  <a:lnTo>
                    <a:pt x="3524129" y="114300"/>
                  </a:lnTo>
                  <a:lnTo>
                    <a:pt x="3523607" y="101600"/>
                  </a:lnTo>
                  <a:lnTo>
                    <a:pt x="3520814" y="88900"/>
                  </a:lnTo>
                  <a:lnTo>
                    <a:pt x="3518782" y="88900"/>
                  </a:lnTo>
                  <a:lnTo>
                    <a:pt x="3515988" y="76200"/>
                  </a:lnTo>
                  <a:lnTo>
                    <a:pt x="3536688" y="76200"/>
                  </a:lnTo>
                  <a:lnTo>
                    <a:pt x="3539102" y="88900"/>
                  </a:lnTo>
                  <a:lnTo>
                    <a:pt x="3540752" y="101600"/>
                  </a:lnTo>
                  <a:lnTo>
                    <a:pt x="3542404" y="101600"/>
                  </a:lnTo>
                  <a:lnTo>
                    <a:pt x="3543166" y="114300"/>
                  </a:lnTo>
                  <a:lnTo>
                    <a:pt x="3543155" y="1447800"/>
                  </a:lnTo>
                  <a:lnTo>
                    <a:pt x="3542379" y="1460500"/>
                  </a:lnTo>
                  <a:lnTo>
                    <a:pt x="3540752" y="1460500"/>
                  </a:lnTo>
                  <a:lnTo>
                    <a:pt x="3539102" y="1473200"/>
                  </a:lnTo>
                  <a:close/>
                </a:path>
                <a:path w="3543300" h="1562100">
                  <a:moveTo>
                    <a:pt x="21437" y="1460500"/>
                  </a:moveTo>
                  <a:lnTo>
                    <a:pt x="889" y="1460500"/>
                  </a:lnTo>
                  <a:lnTo>
                    <a:pt x="127" y="1447800"/>
                  </a:lnTo>
                  <a:lnTo>
                    <a:pt x="127" y="1435100"/>
                  </a:lnTo>
                  <a:lnTo>
                    <a:pt x="0" y="1435100"/>
                  </a:lnTo>
                  <a:lnTo>
                    <a:pt x="0" y="114300"/>
                  </a:lnTo>
                  <a:lnTo>
                    <a:pt x="762" y="101600"/>
                  </a:lnTo>
                  <a:lnTo>
                    <a:pt x="19684" y="101600"/>
                  </a:lnTo>
                  <a:lnTo>
                    <a:pt x="19163" y="114300"/>
                  </a:lnTo>
                  <a:lnTo>
                    <a:pt x="19163" y="1447800"/>
                  </a:lnTo>
                  <a:lnTo>
                    <a:pt x="19684" y="1447800"/>
                  </a:lnTo>
                  <a:lnTo>
                    <a:pt x="21437" y="1460500"/>
                  </a:lnTo>
                  <a:close/>
                </a:path>
                <a:path w="3543300" h="1562100">
                  <a:moveTo>
                    <a:pt x="40772" y="1498600"/>
                  </a:moveTo>
                  <a:lnTo>
                    <a:pt x="12954" y="1498600"/>
                  </a:lnTo>
                  <a:lnTo>
                    <a:pt x="6604" y="1473200"/>
                  </a:lnTo>
                  <a:lnTo>
                    <a:pt x="4191" y="1473200"/>
                  </a:lnTo>
                  <a:lnTo>
                    <a:pt x="2539" y="1460500"/>
                  </a:lnTo>
                  <a:lnTo>
                    <a:pt x="22479" y="1460500"/>
                  </a:lnTo>
                  <a:lnTo>
                    <a:pt x="24511" y="1473200"/>
                  </a:lnTo>
                  <a:lnTo>
                    <a:pt x="28863" y="1485900"/>
                  </a:lnTo>
                  <a:lnTo>
                    <a:pt x="33400" y="1485900"/>
                  </a:lnTo>
                  <a:lnTo>
                    <a:pt x="40772" y="1498600"/>
                  </a:lnTo>
                  <a:close/>
                </a:path>
                <a:path w="3543300" h="1562100">
                  <a:moveTo>
                    <a:pt x="3524751" y="1485900"/>
                  </a:moveTo>
                  <a:lnTo>
                    <a:pt x="3513320" y="1485900"/>
                  </a:lnTo>
                  <a:lnTo>
                    <a:pt x="3515988" y="1473200"/>
                  </a:lnTo>
                  <a:lnTo>
                    <a:pt x="3524751" y="1485900"/>
                  </a:lnTo>
                  <a:close/>
                </a:path>
                <a:path w="3543300" h="1562100">
                  <a:moveTo>
                    <a:pt x="3534942" y="1485900"/>
                  </a:moveTo>
                  <a:lnTo>
                    <a:pt x="3524751" y="1485900"/>
                  </a:lnTo>
                  <a:lnTo>
                    <a:pt x="3515988" y="1473200"/>
                  </a:lnTo>
                  <a:lnTo>
                    <a:pt x="3536688" y="1473200"/>
                  </a:lnTo>
                  <a:lnTo>
                    <a:pt x="3534942" y="1485900"/>
                  </a:lnTo>
                  <a:close/>
                </a:path>
                <a:path w="3543300" h="1562100">
                  <a:moveTo>
                    <a:pt x="3512511" y="1524000"/>
                  </a:moveTo>
                  <a:lnTo>
                    <a:pt x="3487261" y="1524000"/>
                  </a:lnTo>
                  <a:lnTo>
                    <a:pt x="3497573" y="1511300"/>
                  </a:lnTo>
                  <a:lnTo>
                    <a:pt x="3502017" y="1498600"/>
                  </a:lnTo>
                  <a:lnTo>
                    <a:pt x="3509891" y="1485900"/>
                  </a:lnTo>
                  <a:lnTo>
                    <a:pt x="3533462" y="1485900"/>
                  </a:lnTo>
                  <a:lnTo>
                    <a:pt x="3530339" y="1498600"/>
                  </a:lnTo>
                  <a:lnTo>
                    <a:pt x="3513829" y="1498600"/>
                  </a:lnTo>
                  <a:lnTo>
                    <a:pt x="3521702" y="1511300"/>
                  </a:lnTo>
                  <a:lnTo>
                    <a:pt x="3516902" y="1511300"/>
                  </a:lnTo>
                  <a:lnTo>
                    <a:pt x="3512511" y="1524000"/>
                  </a:lnTo>
                  <a:close/>
                </a:path>
                <a:path w="3543300" h="1562100">
                  <a:moveTo>
                    <a:pt x="21589" y="1511300"/>
                  </a:moveTo>
                  <a:lnTo>
                    <a:pt x="16891" y="1498600"/>
                  </a:lnTo>
                  <a:lnTo>
                    <a:pt x="29464" y="1498600"/>
                  </a:lnTo>
                  <a:lnTo>
                    <a:pt x="21589" y="1511300"/>
                  </a:lnTo>
                  <a:close/>
                </a:path>
                <a:path w="3543300" h="1562100">
                  <a:moveTo>
                    <a:pt x="45970" y="1511300"/>
                  </a:moveTo>
                  <a:lnTo>
                    <a:pt x="21589" y="1511300"/>
                  </a:lnTo>
                  <a:lnTo>
                    <a:pt x="29464" y="1498600"/>
                  </a:lnTo>
                  <a:lnTo>
                    <a:pt x="41275" y="1498600"/>
                  </a:lnTo>
                  <a:lnTo>
                    <a:pt x="45970" y="1511300"/>
                  </a:lnTo>
                  <a:close/>
                </a:path>
                <a:path w="3543300" h="1562100">
                  <a:moveTo>
                    <a:pt x="3521702" y="1511300"/>
                  </a:moveTo>
                  <a:lnTo>
                    <a:pt x="3513829" y="1498600"/>
                  </a:lnTo>
                  <a:lnTo>
                    <a:pt x="3525291" y="1498600"/>
                  </a:lnTo>
                  <a:lnTo>
                    <a:pt x="3521702" y="1511300"/>
                  </a:lnTo>
                  <a:close/>
                </a:path>
                <a:path w="3543300" h="1562100">
                  <a:moveTo>
                    <a:pt x="55879" y="1524000"/>
                  </a:moveTo>
                  <a:lnTo>
                    <a:pt x="31495" y="1524000"/>
                  </a:lnTo>
                  <a:lnTo>
                    <a:pt x="26289" y="1511300"/>
                  </a:lnTo>
                  <a:lnTo>
                    <a:pt x="50800" y="1511300"/>
                  </a:lnTo>
                  <a:lnTo>
                    <a:pt x="55879" y="1524000"/>
                  </a:lnTo>
                  <a:close/>
                </a:path>
                <a:path w="3543300" h="1562100">
                  <a:moveTo>
                    <a:pt x="73279" y="1536700"/>
                  </a:moveTo>
                  <a:lnTo>
                    <a:pt x="43306" y="1536700"/>
                  </a:lnTo>
                  <a:lnTo>
                    <a:pt x="37465" y="1524000"/>
                  </a:lnTo>
                  <a:lnTo>
                    <a:pt x="61341" y="1524000"/>
                  </a:lnTo>
                  <a:lnTo>
                    <a:pt x="73279" y="1536700"/>
                  </a:lnTo>
                  <a:close/>
                </a:path>
                <a:path w="3543300" h="1562100">
                  <a:moveTo>
                    <a:pt x="3499859" y="1536700"/>
                  </a:moveTo>
                  <a:lnTo>
                    <a:pt x="3470014" y="1536700"/>
                  </a:lnTo>
                  <a:lnTo>
                    <a:pt x="3481952" y="1524000"/>
                  </a:lnTo>
                  <a:lnTo>
                    <a:pt x="3505827" y="1524000"/>
                  </a:lnTo>
                  <a:lnTo>
                    <a:pt x="3499859" y="1536700"/>
                  </a:lnTo>
                  <a:close/>
                </a:path>
                <a:path w="3543300" h="1562100">
                  <a:moveTo>
                    <a:pt x="56769" y="1549400"/>
                  </a:moveTo>
                  <a:lnTo>
                    <a:pt x="49783" y="1536700"/>
                  </a:lnTo>
                  <a:lnTo>
                    <a:pt x="62103" y="1536700"/>
                  </a:lnTo>
                  <a:lnTo>
                    <a:pt x="56769" y="1549400"/>
                  </a:lnTo>
                  <a:close/>
                </a:path>
                <a:path w="3543300" h="1562100">
                  <a:moveTo>
                    <a:pt x="106426" y="1549400"/>
                  </a:moveTo>
                  <a:lnTo>
                    <a:pt x="56769" y="1549400"/>
                  </a:lnTo>
                  <a:lnTo>
                    <a:pt x="62103" y="1536700"/>
                  </a:lnTo>
                  <a:lnTo>
                    <a:pt x="99441" y="1536700"/>
                  </a:lnTo>
                  <a:lnTo>
                    <a:pt x="106426" y="1549400"/>
                  </a:lnTo>
                  <a:close/>
                </a:path>
                <a:path w="3543300" h="1562100">
                  <a:moveTo>
                    <a:pt x="3486524" y="1549400"/>
                  </a:moveTo>
                  <a:lnTo>
                    <a:pt x="3429882" y="1549400"/>
                  </a:lnTo>
                  <a:lnTo>
                    <a:pt x="3443852" y="1536700"/>
                  </a:lnTo>
                  <a:lnTo>
                    <a:pt x="3481190" y="1536700"/>
                  </a:lnTo>
                  <a:lnTo>
                    <a:pt x="3486524" y="1549400"/>
                  </a:lnTo>
                  <a:close/>
                </a:path>
                <a:path w="3543300" h="1562100">
                  <a:moveTo>
                    <a:pt x="3486524" y="1549400"/>
                  </a:moveTo>
                  <a:lnTo>
                    <a:pt x="3481190" y="1536700"/>
                  </a:lnTo>
                  <a:lnTo>
                    <a:pt x="3493320" y="1536700"/>
                  </a:lnTo>
                  <a:lnTo>
                    <a:pt x="3486524" y="1549400"/>
                  </a:lnTo>
                  <a:close/>
                </a:path>
                <a:path w="3543300" h="1562100">
                  <a:moveTo>
                    <a:pt x="127635" y="1562100"/>
                  </a:moveTo>
                  <a:lnTo>
                    <a:pt x="86487" y="1562100"/>
                  </a:lnTo>
                  <a:lnTo>
                    <a:pt x="78867" y="1549400"/>
                  </a:lnTo>
                  <a:lnTo>
                    <a:pt x="127635" y="1549400"/>
                  </a:lnTo>
                  <a:lnTo>
                    <a:pt x="127635" y="1562100"/>
                  </a:lnTo>
                  <a:close/>
                </a:path>
                <a:path w="3543300" h="1562100">
                  <a:moveTo>
                    <a:pt x="3415658" y="1562100"/>
                  </a:moveTo>
                  <a:lnTo>
                    <a:pt x="127635" y="1562100"/>
                  </a:lnTo>
                  <a:lnTo>
                    <a:pt x="127635" y="1549400"/>
                  </a:lnTo>
                  <a:lnTo>
                    <a:pt x="3415658" y="1549400"/>
                  </a:lnTo>
                  <a:lnTo>
                    <a:pt x="3415658" y="1562100"/>
                  </a:lnTo>
                  <a:close/>
                </a:path>
                <a:path w="3543300" h="1562100">
                  <a:moveTo>
                    <a:pt x="3440550" y="1562100"/>
                  </a:moveTo>
                  <a:lnTo>
                    <a:pt x="3415658" y="1562100"/>
                  </a:lnTo>
                  <a:lnTo>
                    <a:pt x="3415658" y="1549400"/>
                  </a:lnTo>
                  <a:lnTo>
                    <a:pt x="3438645" y="1549400"/>
                  </a:lnTo>
                  <a:lnTo>
                    <a:pt x="3440550" y="1562100"/>
                  </a:lnTo>
                  <a:close/>
                </a:path>
                <a:path w="3543300" h="1562100">
                  <a:moveTo>
                    <a:pt x="3440550" y="1562100"/>
                  </a:moveTo>
                  <a:lnTo>
                    <a:pt x="3438645" y="1549400"/>
                  </a:lnTo>
                  <a:lnTo>
                    <a:pt x="3439134" y="1549400"/>
                  </a:lnTo>
                  <a:lnTo>
                    <a:pt x="3440550" y="1562100"/>
                  </a:lnTo>
                  <a:close/>
                </a:path>
                <a:path w="3543300" h="1562100">
                  <a:moveTo>
                    <a:pt x="3456259" y="1562100"/>
                  </a:moveTo>
                  <a:lnTo>
                    <a:pt x="3440550" y="1562100"/>
                  </a:lnTo>
                  <a:lnTo>
                    <a:pt x="3439134" y="1549400"/>
                  </a:lnTo>
                  <a:lnTo>
                    <a:pt x="3464426" y="1549400"/>
                  </a:lnTo>
                  <a:lnTo>
                    <a:pt x="3456259" y="1562100"/>
                  </a:lnTo>
                  <a:close/>
                </a:path>
              </a:pathLst>
            </a:custGeom>
            <a:solidFill>
              <a:srgbClr val="FB8237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/>
          <p:cNvGrpSpPr/>
          <p:nvPr/>
        </p:nvGrpSpPr>
        <p:grpSpPr>
          <a:xfrm>
            <a:off x="8000996" y="3248021"/>
            <a:ext cx="3543300" cy="1295400"/>
            <a:chOff x="8000996" y="3248021"/>
            <a:chExt cx="3543300" cy="1295400"/>
          </a:xfrm>
        </p:grpSpPr>
        <p:sp>
          <p:nvSpPr>
            <p:cNvPr id="7" name="object 7"/>
            <p:cNvSpPr/>
            <p:nvPr/>
          </p:nvSpPr>
          <p:spPr>
            <a:xfrm>
              <a:off x="8010521" y="3257546"/>
              <a:ext cx="3524250" cy="1285875"/>
            </a:xfrm>
            <a:custGeom>
              <a:avLst/>
              <a:gdLst/>
              <a:ahLst/>
              <a:cxnLst/>
              <a:rect l="l" t="t" r="r" b="b"/>
              <a:pathLst>
                <a:path w="3524250" h="1285875">
                  <a:moveTo>
                    <a:pt x="3413879" y="1285871"/>
                  </a:moveTo>
                  <a:lnTo>
                    <a:pt x="110362" y="1285871"/>
                  </a:lnTo>
                  <a:lnTo>
                    <a:pt x="102615" y="1285109"/>
                  </a:lnTo>
                  <a:lnTo>
                    <a:pt x="65912" y="1273934"/>
                  </a:lnTo>
                  <a:lnTo>
                    <a:pt x="29333" y="1245740"/>
                  </a:lnTo>
                  <a:lnTo>
                    <a:pt x="6147" y="1205735"/>
                  </a:lnTo>
                  <a:lnTo>
                    <a:pt x="0" y="1175509"/>
                  </a:lnTo>
                  <a:lnTo>
                    <a:pt x="0" y="110362"/>
                  </a:lnTo>
                  <a:lnTo>
                    <a:pt x="12006" y="65785"/>
                  </a:lnTo>
                  <a:lnTo>
                    <a:pt x="40258" y="29210"/>
                  </a:lnTo>
                  <a:lnTo>
                    <a:pt x="80263" y="6095"/>
                  </a:lnTo>
                  <a:lnTo>
                    <a:pt x="110362" y="0"/>
                  </a:lnTo>
                  <a:lnTo>
                    <a:pt x="3413879" y="0"/>
                  </a:lnTo>
                  <a:lnTo>
                    <a:pt x="3458328" y="11937"/>
                  </a:lnTo>
                  <a:lnTo>
                    <a:pt x="3495031" y="40259"/>
                  </a:lnTo>
                  <a:lnTo>
                    <a:pt x="3518145" y="80263"/>
                  </a:lnTo>
                  <a:lnTo>
                    <a:pt x="3524241" y="110362"/>
                  </a:lnTo>
                  <a:lnTo>
                    <a:pt x="3524241" y="1175509"/>
                  </a:lnTo>
                  <a:lnTo>
                    <a:pt x="3512236" y="1220086"/>
                  </a:lnTo>
                  <a:lnTo>
                    <a:pt x="3483833" y="1256789"/>
                  </a:lnTo>
                  <a:lnTo>
                    <a:pt x="3443977" y="1279775"/>
                  </a:lnTo>
                  <a:lnTo>
                    <a:pt x="3413879" y="1285871"/>
                  </a:lnTo>
                  <a:close/>
                </a:path>
              </a:pathLst>
            </a:custGeom>
            <a:solidFill>
              <a:srgbClr val="03030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8000996" y="3248021"/>
              <a:ext cx="3543300" cy="1295400"/>
            </a:xfrm>
            <a:custGeom>
              <a:avLst/>
              <a:gdLst/>
              <a:ahLst/>
              <a:cxnLst/>
              <a:rect l="l" t="t" r="r" b="b"/>
              <a:pathLst>
                <a:path w="3543300" h="1295400">
                  <a:moveTo>
                    <a:pt x="82423" y="12700"/>
                  </a:moveTo>
                  <a:lnTo>
                    <a:pt x="70993" y="12700"/>
                  </a:lnTo>
                  <a:lnTo>
                    <a:pt x="78739" y="0"/>
                  </a:lnTo>
                  <a:lnTo>
                    <a:pt x="82423" y="12700"/>
                  </a:lnTo>
                  <a:close/>
                </a:path>
                <a:path w="3543300" h="1295400">
                  <a:moveTo>
                    <a:pt x="3460741" y="12700"/>
                  </a:moveTo>
                  <a:lnTo>
                    <a:pt x="82423" y="12700"/>
                  </a:lnTo>
                  <a:lnTo>
                    <a:pt x="78739" y="0"/>
                  </a:lnTo>
                  <a:lnTo>
                    <a:pt x="3463463" y="0"/>
                  </a:lnTo>
                  <a:lnTo>
                    <a:pt x="3460741" y="12700"/>
                  </a:lnTo>
                  <a:close/>
                </a:path>
                <a:path w="3543300" h="1295400">
                  <a:moveTo>
                    <a:pt x="3472409" y="12700"/>
                  </a:moveTo>
                  <a:lnTo>
                    <a:pt x="3460741" y="12700"/>
                  </a:lnTo>
                  <a:lnTo>
                    <a:pt x="3464371" y="0"/>
                  </a:lnTo>
                  <a:lnTo>
                    <a:pt x="3470002" y="0"/>
                  </a:lnTo>
                  <a:lnTo>
                    <a:pt x="3472409" y="12700"/>
                  </a:lnTo>
                  <a:close/>
                </a:path>
                <a:path w="3543300" h="1295400">
                  <a:moveTo>
                    <a:pt x="61975" y="25400"/>
                  </a:moveTo>
                  <a:lnTo>
                    <a:pt x="49657" y="25400"/>
                  </a:lnTo>
                  <a:lnTo>
                    <a:pt x="56641" y="12700"/>
                  </a:lnTo>
                  <a:lnTo>
                    <a:pt x="61975" y="25400"/>
                  </a:lnTo>
                  <a:close/>
                </a:path>
                <a:path w="3543300" h="1295400">
                  <a:moveTo>
                    <a:pt x="86105" y="25400"/>
                  </a:moveTo>
                  <a:lnTo>
                    <a:pt x="61975" y="25400"/>
                  </a:lnTo>
                  <a:lnTo>
                    <a:pt x="56641" y="12700"/>
                  </a:lnTo>
                  <a:lnTo>
                    <a:pt x="92410" y="12700"/>
                  </a:lnTo>
                  <a:lnTo>
                    <a:pt x="86105" y="25400"/>
                  </a:lnTo>
                  <a:close/>
                </a:path>
                <a:path w="3543300" h="1295400">
                  <a:moveTo>
                    <a:pt x="3481102" y="25400"/>
                  </a:moveTo>
                  <a:lnTo>
                    <a:pt x="3457185" y="25400"/>
                  </a:lnTo>
                  <a:lnTo>
                    <a:pt x="3450582" y="12700"/>
                  </a:lnTo>
                  <a:lnTo>
                    <a:pt x="3486522" y="12700"/>
                  </a:lnTo>
                  <a:lnTo>
                    <a:pt x="3481102" y="25400"/>
                  </a:lnTo>
                  <a:close/>
                </a:path>
                <a:path w="3543300" h="1295400">
                  <a:moveTo>
                    <a:pt x="3493665" y="25400"/>
                  </a:moveTo>
                  <a:lnTo>
                    <a:pt x="3481102" y="25400"/>
                  </a:lnTo>
                  <a:lnTo>
                    <a:pt x="3486522" y="12700"/>
                  </a:lnTo>
                  <a:lnTo>
                    <a:pt x="3493665" y="25400"/>
                  </a:lnTo>
                  <a:close/>
                </a:path>
                <a:path w="3543300" h="1295400">
                  <a:moveTo>
                    <a:pt x="44068" y="38100"/>
                  </a:moveTo>
                  <a:lnTo>
                    <a:pt x="31369" y="38100"/>
                  </a:lnTo>
                  <a:lnTo>
                    <a:pt x="37337" y="25400"/>
                  </a:lnTo>
                  <a:lnTo>
                    <a:pt x="44068" y="38100"/>
                  </a:lnTo>
                  <a:close/>
                </a:path>
                <a:path w="3543300" h="1295400">
                  <a:moveTo>
                    <a:pt x="61340" y="38100"/>
                  </a:moveTo>
                  <a:lnTo>
                    <a:pt x="44068" y="38100"/>
                  </a:lnTo>
                  <a:lnTo>
                    <a:pt x="37337" y="25400"/>
                  </a:lnTo>
                  <a:lnTo>
                    <a:pt x="73279" y="25400"/>
                  </a:lnTo>
                  <a:lnTo>
                    <a:pt x="61340" y="38100"/>
                  </a:lnTo>
                  <a:close/>
                </a:path>
                <a:path w="3543300" h="1295400">
                  <a:moveTo>
                    <a:pt x="3498968" y="38100"/>
                  </a:moveTo>
                  <a:lnTo>
                    <a:pt x="3481950" y="38100"/>
                  </a:lnTo>
                  <a:lnTo>
                    <a:pt x="3470013" y="25400"/>
                  </a:lnTo>
                  <a:lnTo>
                    <a:pt x="3505700" y="25400"/>
                  </a:lnTo>
                  <a:lnTo>
                    <a:pt x="3498968" y="38100"/>
                  </a:lnTo>
                  <a:close/>
                </a:path>
                <a:path w="3543300" h="1295400">
                  <a:moveTo>
                    <a:pt x="3511795" y="38100"/>
                  </a:moveTo>
                  <a:lnTo>
                    <a:pt x="3498968" y="38100"/>
                  </a:lnTo>
                  <a:lnTo>
                    <a:pt x="3505700" y="25400"/>
                  </a:lnTo>
                  <a:lnTo>
                    <a:pt x="3505954" y="25400"/>
                  </a:lnTo>
                  <a:lnTo>
                    <a:pt x="3511795" y="38100"/>
                  </a:lnTo>
                  <a:close/>
                </a:path>
                <a:path w="3543300" h="1295400">
                  <a:moveTo>
                    <a:pt x="30098" y="76200"/>
                  </a:moveTo>
                  <a:lnTo>
                    <a:pt x="9652" y="76200"/>
                  </a:lnTo>
                  <a:lnTo>
                    <a:pt x="12826" y="63500"/>
                  </a:lnTo>
                  <a:lnTo>
                    <a:pt x="16763" y="63500"/>
                  </a:lnTo>
                  <a:lnTo>
                    <a:pt x="26161" y="38100"/>
                  </a:lnTo>
                  <a:lnTo>
                    <a:pt x="50800" y="38100"/>
                  </a:lnTo>
                  <a:lnTo>
                    <a:pt x="45719" y="50800"/>
                  </a:lnTo>
                  <a:lnTo>
                    <a:pt x="40772" y="50800"/>
                  </a:lnTo>
                  <a:lnTo>
                    <a:pt x="33400" y="63500"/>
                  </a:lnTo>
                  <a:lnTo>
                    <a:pt x="30098" y="76200"/>
                  </a:lnTo>
                  <a:close/>
                </a:path>
                <a:path w="3543300" h="1295400">
                  <a:moveTo>
                    <a:pt x="3521787" y="50800"/>
                  </a:moveTo>
                  <a:lnTo>
                    <a:pt x="3497445" y="50800"/>
                  </a:lnTo>
                  <a:lnTo>
                    <a:pt x="3487411" y="38100"/>
                  </a:lnTo>
                  <a:lnTo>
                    <a:pt x="3517002" y="38100"/>
                  </a:lnTo>
                  <a:lnTo>
                    <a:pt x="3521787" y="50800"/>
                  </a:lnTo>
                  <a:close/>
                </a:path>
                <a:path w="3543300" h="1295400">
                  <a:moveTo>
                    <a:pt x="3535074" y="76200"/>
                  </a:moveTo>
                  <a:lnTo>
                    <a:pt x="3513319" y="76200"/>
                  </a:lnTo>
                  <a:lnTo>
                    <a:pt x="3509890" y="63500"/>
                  </a:lnTo>
                  <a:lnTo>
                    <a:pt x="3502017" y="50800"/>
                  </a:lnTo>
                  <a:lnTo>
                    <a:pt x="3525375" y="50800"/>
                  </a:lnTo>
                  <a:lnTo>
                    <a:pt x="3526469" y="63500"/>
                  </a:lnTo>
                  <a:lnTo>
                    <a:pt x="3530337" y="63500"/>
                  </a:lnTo>
                  <a:lnTo>
                    <a:pt x="3535074" y="76200"/>
                  </a:lnTo>
                  <a:close/>
                </a:path>
                <a:path w="3543300" h="1295400">
                  <a:moveTo>
                    <a:pt x="21437" y="101600"/>
                  </a:moveTo>
                  <a:lnTo>
                    <a:pt x="2413" y="101600"/>
                  </a:lnTo>
                  <a:lnTo>
                    <a:pt x="4063" y="88900"/>
                  </a:lnTo>
                  <a:lnTo>
                    <a:pt x="6476" y="76200"/>
                  </a:lnTo>
                  <a:lnTo>
                    <a:pt x="28809" y="76200"/>
                  </a:lnTo>
                  <a:lnTo>
                    <a:pt x="24511" y="88900"/>
                  </a:lnTo>
                  <a:lnTo>
                    <a:pt x="22478" y="88900"/>
                  </a:lnTo>
                  <a:lnTo>
                    <a:pt x="21437" y="101600"/>
                  </a:lnTo>
                  <a:close/>
                </a:path>
                <a:path w="3543300" h="1295400">
                  <a:moveTo>
                    <a:pt x="3539100" y="1206500"/>
                  </a:moveTo>
                  <a:lnTo>
                    <a:pt x="3518653" y="1206500"/>
                  </a:lnTo>
                  <a:lnTo>
                    <a:pt x="3520812" y="1193800"/>
                  </a:lnTo>
                  <a:lnTo>
                    <a:pt x="3523606" y="1181100"/>
                  </a:lnTo>
                  <a:lnTo>
                    <a:pt x="3524128" y="1181100"/>
                  </a:lnTo>
                  <a:lnTo>
                    <a:pt x="3524116" y="114300"/>
                  </a:lnTo>
                  <a:lnTo>
                    <a:pt x="3523606" y="101600"/>
                  </a:lnTo>
                  <a:lnTo>
                    <a:pt x="3520812" y="88900"/>
                  </a:lnTo>
                  <a:lnTo>
                    <a:pt x="3518781" y="88900"/>
                  </a:lnTo>
                  <a:lnTo>
                    <a:pt x="3515986" y="76200"/>
                  </a:lnTo>
                  <a:lnTo>
                    <a:pt x="3536688" y="76200"/>
                  </a:lnTo>
                  <a:lnTo>
                    <a:pt x="3539100" y="88900"/>
                  </a:lnTo>
                  <a:lnTo>
                    <a:pt x="3540777" y="101600"/>
                  </a:lnTo>
                  <a:lnTo>
                    <a:pt x="3542414" y="101600"/>
                  </a:lnTo>
                  <a:lnTo>
                    <a:pt x="3543165" y="114300"/>
                  </a:lnTo>
                  <a:lnTo>
                    <a:pt x="3543165" y="1181100"/>
                  </a:lnTo>
                  <a:lnTo>
                    <a:pt x="3542403" y="1193800"/>
                  </a:lnTo>
                  <a:lnTo>
                    <a:pt x="3540726" y="1193800"/>
                  </a:lnTo>
                  <a:lnTo>
                    <a:pt x="3539100" y="1206500"/>
                  </a:lnTo>
                  <a:close/>
                </a:path>
                <a:path w="3543300" h="1295400">
                  <a:moveTo>
                    <a:pt x="21462" y="1193800"/>
                  </a:moveTo>
                  <a:lnTo>
                    <a:pt x="761" y="1193800"/>
                  </a:lnTo>
                  <a:lnTo>
                    <a:pt x="0" y="1181100"/>
                  </a:lnTo>
                  <a:lnTo>
                    <a:pt x="11" y="114300"/>
                  </a:lnTo>
                  <a:lnTo>
                    <a:pt x="761" y="101600"/>
                  </a:lnTo>
                  <a:lnTo>
                    <a:pt x="19684" y="101600"/>
                  </a:lnTo>
                  <a:lnTo>
                    <a:pt x="19174" y="114300"/>
                  </a:lnTo>
                  <a:lnTo>
                    <a:pt x="19163" y="1181100"/>
                  </a:lnTo>
                  <a:lnTo>
                    <a:pt x="19684" y="1181100"/>
                  </a:lnTo>
                  <a:lnTo>
                    <a:pt x="21462" y="1193800"/>
                  </a:lnTo>
                  <a:close/>
                </a:path>
                <a:path w="3543300" h="1295400">
                  <a:moveTo>
                    <a:pt x="24511" y="1206500"/>
                  </a:moveTo>
                  <a:lnTo>
                    <a:pt x="4190" y="1206500"/>
                  </a:lnTo>
                  <a:lnTo>
                    <a:pt x="2539" y="1193800"/>
                  </a:lnTo>
                  <a:lnTo>
                    <a:pt x="22478" y="1193800"/>
                  </a:lnTo>
                  <a:lnTo>
                    <a:pt x="24511" y="1206500"/>
                  </a:lnTo>
                  <a:close/>
                </a:path>
                <a:path w="3543300" h="1295400">
                  <a:moveTo>
                    <a:pt x="40856" y="1231900"/>
                  </a:moveTo>
                  <a:lnTo>
                    <a:pt x="12953" y="1231900"/>
                  </a:lnTo>
                  <a:lnTo>
                    <a:pt x="6604" y="1206500"/>
                  </a:lnTo>
                  <a:lnTo>
                    <a:pt x="27304" y="1206500"/>
                  </a:lnTo>
                  <a:lnTo>
                    <a:pt x="18541" y="1219200"/>
                  </a:lnTo>
                  <a:lnTo>
                    <a:pt x="33400" y="1219200"/>
                  </a:lnTo>
                  <a:lnTo>
                    <a:pt x="40856" y="1231900"/>
                  </a:lnTo>
                  <a:close/>
                </a:path>
                <a:path w="3543300" h="1295400">
                  <a:moveTo>
                    <a:pt x="28791" y="1219200"/>
                  </a:moveTo>
                  <a:lnTo>
                    <a:pt x="18541" y="1219200"/>
                  </a:lnTo>
                  <a:lnTo>
                    <a:pt x="27304" y="1206500"/>
                  </a:lnTo>
                  <a:lnTo>
                    <a:pt x="28791" y="1219200"/>
                  </a:lnTo>
                  <a:close/>
                </a:path>
                <a:path w="3543300" h="1295400">
                  <a:moveTo>
                    <a:pt x="3524749" y="1219200"/>
                  </a:moveTo>
                  <a:lnTo>
                    <a:pt x="3513319" y="1219200"/>
                  </a:lnTo>
                  <a:lnTo>
                    <a:pt x="3515986" y="1206500"/>
                  </a:lnTo>
                  <a:lnTo>
                    <a:pt x="3524749" y="1219200"/>
                  </a:lnTo>
                  <a:close/>
                </a:path>
                <a:path w="3543300" h="1295400">
                  <a:moveTo>
                    <a:pt x="3521616" y="1244600"/>
                  </a:moveTo>
                  <a:lnTo>
                    <a:pt x="3497571" y="1244600"/>
                  </a:lnTo>
                  <a:lnTo>
                    <a:pt x="3502017" y="1231900"/>
                  </a:lnTo>
                  <a:lnTo>
                    <a:pt x="3509890" y="1219200"/>
                  </a:lnTo>
                  <a:lnTo>
                    <a:pt x="3524749" y="1219200"/>
                  </a:lnTo>
                  <a:lnTo>
                    <a:pt x="3515986" y="1206500"/>
                  </a:lnTo>
                  <a:lnTo>
                    <a:pt x="3536688" y="1206500"/>
                  </a:lnTo>
                  <a:lnTo>
                    <a:pt x="3534994" y="1219200"/>
                  </a:lnTo>
                  <a:lnTo>
                    <a:pt x="3530269" y="1231900"/>
                  </a:lnTo>
                  <a:lnTo>
                    <a:pt x="3514015" y="1231900"/>
                  </a:lnTo>
                  <a:lnTo>
                    <a:pt x="3521701" y="1244297"/>
                  </a:lnTo>
                  <a:lnTo>
                    <a:pt x="3521616" y="1244600"/>
                  </a:lnTo>
                  <a:close/>
                </a:path>
                <a:path w="3543300" h="1295400">
                  <a:moveTo>
                    <a:pt x="21589" y="1244600"/>
                  </a:moveTo>
                  <a:lnTo>
                    <a:pt x="16891" y="1231900"/>
                  </a:lnTo>
                  <a:lnTo>
                    <a:pt x="29464" y="1231900"/>
                  </a:lnTo>
                  <a:lnTo>
                    <a:pt x="21589" y="1244600"/>
                  </a:lnTo>
                  <a:close/>
                </a:path>
                <a:path w="3543300" h="1295400">
                  <a:moveTo>
                    <a:pt x="45847" y="1244600"/>
                  </a:moveTo>
                  <a:lnTo>
                    <a:pt x="21589" y="1244600"/>
                  </a:lnTo>
                  <a:lnTo>
                    <a:pt x="29464" y="1231900"/>
                  </a:lnTo>
                  <a:lnTo>
                    <a:pt x="41275" y="1231900"/>
                  </a:lnTo>
                  <a:lnTo>
                    <a:pt x="45738" y="1244297"/>
                  </a:lnTo>
                  <a:lnTo>
                    <a:pt x="45847" y="1244600"/>
                  </a:lnTo>
                  <a:close/>
                </a:path>
                <a:path w="3543300" h="1295400">
                  <a:moveTo>
                    <a:pt x="3521701" y="1244297"/>
                  </a:moveTo>
                  <a:lnTo>
                    <a:pt x="3514015" y="1231900"/>
                  </a:lnTo>
                  <a:lnTo>
                    <a:pt x="3525204" y="1231900"/>
                  </a:lnTo>
                  <a:lnTo>
                    <a:pt x="3521701" y="1244297"/>
                  </a:lnTo>
                  <a:close/>
                </a:path>
                <a:path w="3543300" h="1295400">
                  <a:moveTo>
                    <a:pt x="55879" y="1257300"/>
                  </a:moveTo>
                  <a:lnTo>
                    <a:pt x="31495" y="1257300"/>
                  </a:lnTo>
                  <a:lnTo>
                    <a:pt x="26288" y="1244600"/>
                  </a:lnTo>
                  <a:lnTo>
                    <a:pt x="50800" y="1244600"/>
                  </a:lnTo>
                  <a:lnTo>
                    <a:pt x="55879" y="1257300"/>
                  </a:lnTo>
                  <a:close/>
                </a:path>
                <a:path w="3543300" h="1295400">
                  <a:moveTo>
                    <a:pt x="3499222" y="1257300"/>
                  </a:moveTo>
                  <a:lnTo>
                    <a:pt x="3487411" y="1257300"/>
                  </a:lnTo>
                  <a:lnTo>
                    <a:pt x="3492492" y="1244600"/>
                  </a:lnTo>
                  <a:lnTo>
                    <a:pt x="3499222" y="1257300"/>
                  </a:lnTo>
                  <a:close/>
                </a:path>
                <a:path w="3543300" h="1295400">
                  <a:moveTo>
                    <a:pt x="3512408" y="1257300"/>
                  </a:moveTo>
                  <a:lnTo>
                    <a:pt x="3499222" y="1257300"/>
                  </a:lnTo>
                  <a:lnTo>
                    <a:pt x="3492492" y="1244600"/>
                  </a:lnTo>
                  <a:lnTo>
                    <a:pt x="3516900" y="1244600"/>
                  </a:lnTo>
                  <a:lnTo>
                    <a:pt x="3512408" y="1257300"/>
                  </a:lnTo>
                  <a:close/>
                </a:path>
                <a:path w="3543300" h="1295400">
                  <a:moveTo>
                    <a:pt x="73151" y="1270000"/>
                  </a:moveTo>
                  <a:lnTo>
                    <a:pt x="43306" y="1270000"/>
                  </a:lnTo>
                  <a:lnTo>
                    <a:pt x="37465" y="1257300"/>
                  </a:lnTo>
                  <a:lnTo>
                    <a:pt x="67183" y="1257300"/>
                  </a:lnTo>
                  <a:lnTo>
                    <a:pt x="73151" y="1270000"/>
                  </a:lnTo>
                  <a:close/>
                </a:path>
                <a:path w="3543300" h="1295400">
                  <a:moveTo>
                    <a:pt x="3501762" y="1270000"/>
                  </a:moveTo>
                  <a:lnTo>
                    <a:pt x="3470013" y="1270000"/>
                  </a:lnTo>
                  <a:lnTo>
                    <a:pt x="3481950" y="1257300"/>
                  </a:lnTo>
                  <a:lnTo>
                    <a:pt x="3505827" y="1257300"/>
                  </a:lnTo>
                  <a:lnTo>
                    <a:pt x="3501762" y="1270000"/>
                  </a:lnTo>
                  <a:close/>
                </a:path>
                <a:path w="3543300" h="1295400">
                  <a:moveTo>
                    <a:pt x="56768" y="1282700"/>
                  </a:moveTo>
                  <a:lnTo>
                    <a:pt x="49783" y="1270000"/>
                  </a:lnTo>
                  <a:lnTo>
                    <a:pt x="62102" y="1270000"/>
                  </a:lnTo>
                  <a:lnTo>
                    <a:pt x="56887" y="1282418"/>
                  </a:lnTo>
                  <a:lnTo>
                    <a:pt x="56768" y="1282700"/>
                  </a:lnTo>
                  <a:close/>
                </a:path>
                <a:path w="3543300" h="1295400">
                  <a:moveTo>
                    <a:pt x="82295" y="1282700"/>
                  </a:moveTo>
                  <a:lnTo>
                    <a:pt x="56768" y="1282700"/>
                  </a:lnTo>
                  <a:lnTo>
                    <a:pt x="62102" y="1270000"/>
                  </a:lnTo>
                  <a:lnTo>
                    <a:pt x="85978" y="1270000"/>
                  </a:lnTo>
                  <a:lnTo>
                    <a:pt x="82377" y="1282418"/>
                  </a:lnTo>
                  <a:lnTo>
                    <a:pt x="82295" y="1282700"/>
                  </a:lnTo>
                  <a:close/>
                </a:path>
                <a:path w="3543300" h="1295400">
                  <a:moveTo>
                    <a:pt x="113283" y="1282700"/>
                  </a:moveTo>
                  <a:lnTo>
                    <a:pt x="82295" y="1282700"/>
                  </a:lnTo>
                  <a:lnTo>
                    <a:pt x="85978" y="1270000"/>
                  </a:lnTo>
                  <a:lnTo>
                    <a:pt x="99313" y="1270000"/>
                  </a:lnTo>
                  <a:lnTo>
                    <a:pt x="113283" y="1282700"/>
                  </a:lnTo>
                  <a:close/>
                </a:path>
                <a:path w="3543300" h="1295400">
                  <a:moveTo>
                    <a:pt x="3486334" y="1282700"/>
                  </a:moveTo>
                  <a:lnTo>
                    <a:pt x="3429881" y="1282700"/>
                  </a:lnTo>
                  <a:lnTo>
                    <a:pt x="3443850" y="1270000"/>
                  </a:lnTo>
                  <a:lnTo>
                    <a:pt x="3481188" y="1270000"/>
                  </a:lnTo>
                  <a:lnTo>
                    <a:pt x="3486488" y="1282418"/>
                  </a:lnTo>
                  <a:lnTo>
                    <a:pt x="3486334" y="1282700"/>
                  </a:lnTo>
                  <a:close/>
                </a:path>
                <a:path w="3543300" h="1295400">
                  <a:moveTo>
                    <a:pt x="3486488" y="1282418"/>
                  </a:moveTo>
                  <a:lnTo>
                    <a:pt x="3481188" y="1270000"/>
                  </a:lnTo>
                  <a:lnTo>
                    <a:pt x="3493319" y="1270000"/>
                  </a:lnTo>
                  <a:lnTo>
                    <a:pt x="3486488" y="1282418"/>
                  </a:lnTo>
                  <a:close/>
                </a:path>
                <a:path w="3543300" h="1295400">
                  <a:moveTo>
                    <a:pt x="102742" y="1295400"/>
                  </a:moveTo>
                  <a:lnTo>
                    <a:pt x="86486" y="1295400"/>
                  </a:lnTo>
                  <a:lnTo>
                    <a:pt x="71119" y="1282700"/>
                  </a:lnTo>
                  <a:lnTo>
                    <a:pt x="104647" y="1282700"/>
                  </a:lnTo>
                  <a:lnTo>
                    <a:pt x="102742" y="1295400"/>
                  </a:lnTo>
                  <a:close/>
                </a:path>
                <a:path w="3543300" h="1295400">
                  <a:moveTo>
                    <a:pt x="127634" y="1295400"/>
                  </a:moveTo>
                  <a:lnTo>
                    <a:pt x="102742" y="1295400"/>
                  </a:lnTo>
                  <a:lnTo>
                    <a:pt x="104647" y="1282700"/>
                  </a:lnTo>
                  <a:lnTo>
                    <a:pt x="127634" y="1282700"/>
                  </a:lnTo>
                  <a:lnTo>
                    <a:pt x="127634" y="1295400"/>
                  </a:lnTo>
                  <a:close/>
                </a:path>
                <a:path w="3543300" h="1295400">
                  <a:moveTo>
                    <a:pt x="3415656" y="1295400"/>
                  </a:moveTo>
                  <a:lnTo>
                    <a:pt x="127634" y="1295400"/>
                  </a:lnTo>
                  <a:lnTo>
                    <a:pt x="127634" y="1282700"/>
                  </a:lnTo>
                  <a:lnTo>
                    <a:pt x="3415656" y="1282700"/>
                  </a:lnTo>
                  <a:lnTo>
                    <a:pt x="3415656" y="1295400"/>
                  </a:lnTo>
                  <a:close/>
                </a:path>
                <a:path w="3543300" h="1295400">
                  <a:moveTo>
                    <a:pt x="3440549" y="1295400"/>
                  </a:moveTo>
                  <a:lnTo>
                    <a:pt x="3415656" y="1295400"/>
                  </a:lnTo>
                  <a:lnTo>
                    <a:pt x="3415656" y="1282700"/>
                  </a:lnTo>
                  <a:lnTo>
                    <a:pt x="3438670" y="1282700"/>
                  </a:lnTo>
                  <a:lnTo>
                    <a:pt x="3440549" y="1295400"/>
                  </a:lnTo>
                  <a:close/>
                </a:path>
                <a:path w="3543300" h="1295400">
                  <a:moveTo>
                    <a:pt x="3440549" y="1295400"/>
                  </a:moveTo>
                  <a:lnTo>
                    <a:pt x="3438670" y="1282700"/>
                  </a:lnTo>
                  <a:lnTo>
                    <a:pt x="3439133" y="1282700"/>
                  </a:lnTo>
                  <a:lnTo>
                    <a:pt x="3440549" y="1295400"/>
                  </a:lnTo>
                  <a:close/>
                </a:path>
                <a:path w="3543300" h="1295400">
                  <a:moveTo>
                    <a:pt x="3456257" y="1295400"/>
                  </a:moveTo>
                  <a:lnTo>
                    <a:pt x="3440549" y="1295400"/>
                  </a:lnTo>
                  <a:lnTo>
                    <a:pt x="3439133" y="1282700"/>
                  </a:lnTo>
                  <a:lnTo>
                    <a:pt x="3464424" y="1282700"/>
                  </a:lnTo>
                  <a:lnTo>
                    <a:pt x="3456257" y="1295400"/>
                  </a:lnTo>
                  <a:close/>
                </a:path>
              </a:pathLst>
            </a:custGeom>
            <a:solidFill>
              <a:srgbClr val="FB8237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/>
          <p:cNvGrpSpPr/>
          <p:nvPr/>
        </p:nvGrpSpPr>
        <p:grpSpPr>
          <a:xfrm>
            <a:off x="8001008" y="4714871"/>
            <a:ext cx="3543300" cy="1308100"/>
            <a:chOff x="8001008" y="4714871"/>
            <a:chExt cx="3543300" cy="1308100"/>
          </a:xfrm>
        </p:grpSpPr>
        <p:sp>
          <p:nvSpPr>
            <p:cNvPr id="10" name="object 10"/>
            <p:cNvSpPr/>
            <p:nvPr/>
          </p:nvSpPr>
          <p:spPr>
            <a:xfrm>
              <a:off x="8010521" y="4724396"/>
              <a:ext cx="3524250" cy="1295400"/>
            </a:xfrm>
            <a:custGeom>
              <a:avLst/>
              <a:gdLst/>
              <a:ahLst/>
              <a:cxnLst/>
              <a:rect l="l" t="t" r="r" b="b"/>
              <a:pathLst>
                <a:path w="3524250" h="1295400">
                  <a:moveTo>
                    <a:pt x="3413879" y="1295396"/>
                  </a:moveTo>
                  <a:lnTo>
                    <a:pt x="110362" y="1295396"/>
                  </a:lnTo>
                  <a:lnTo>
                    <a:pt x="102615" y="1294634"/>
                  </a:lnTo>
                  <a:lnTo>
                    <a:pt x="65913" y="1283459"/>
                  </a:lnTo>
                  <a:lnTo>
                    <a:pt x="29333" y="1255265"/>
                  </a:lnTo>
                  <a:lnTo>
                    <a:pt x="6147" y="1215260"/>
                  </a:lnTo>
                  <a:lnTo>
                    <a:pt x="0" y="1185034"/>
                  </a:lnTo>
                  <a:lnTo>
                    <a:pt x="0" y="110362"/>
                  </a:lnTo>
                  <a:lnTo>
                    <a:pt x="12006" y="65785"/>
                  </a:lnTo>
                  <a:lnTo>
                    <a:pt x="40258" y="29210"/>
                  </a:lnTo>
                  <a:lnTo>
                    <a:pt x="80263" y="6096"/>
                  </a:lnTo>
                  <a:lnTo>
                    <a:pt x="110362" y="0"/>
                  </a:lnTo>
                  <a:lnTo>
                    <a:pt x="3413879" y="0"/>
                  </a:lnTo>
                  <a:lnTo>
                    <a:pt x="3458328" y="11937"/>
                  </a:lnTo>
                  <a:lnTo>
                    <a:pt x="3495031" y="40259"/>
                  </a:lnTo>
                  <a:lnTo>
                    <a:pt x="3518145" y="80263"/>
                  </a:lnTo>
                  <a:lnTo>
                    <a:pt x="3524241" y="110362"/>
                  </a:lnTo>
                  <a:lnTo>
                    <a:pt x="3524241" y="1185034"/>
                  </a:lnTo>
                  <a:lnTo>
                    <a:pt x="3512236" y="1229611"/>
                  </a:lnTo>
                  <a:lnTo>
                    <a:pt x="3483833" y="1266314"/>
                  </a:lnTo>
                  <a:lnTo>
                    <a:pt x="3443977" y="1289300"/>
                  </a:lnTo>
                  <a:lnTo>
                    <a:pt x="3413879" y="1295396"/>
                  </a:lnTo>
                  <a:close/>
                </a:path>
              </a:pathLst>
            </a:custGeom>
            <a:solidFill>
              <a:srgbClr val="03030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8001008" y="4714871"/>
              <a:ext cx="3543300" cy="1308100"/>
            </a:xfrm>
            <a:custGeom>
              <a:avLst/>
              <a:gdLst/>
              <a:ahLst/>
              <a:cxnLst/>
              <a:rect l="l" t="t" r="r" b="b"/>
              <a:pathLst>
                <a:path w="3543300" h="1308100">
                  <a:moveTo>
                    <a:pt x="82411" y="12700"/>
                  </a:moveTo>
                  <a:lnTo>
                    <a:pt x="70981" y="12700"/>
                  </a:lnTo>
                  <a:lnTo>
                    <a:pt x="78727" y="0"/>
                  </a:lnTo>
                  <a:lnTo>
                    <a:pt x="82411" y="12700"/>
                  </a:lnTo>
                  <a:close/>
                </a:path>
                <a:path w="3543300" h="1308100">
                  <a:moveTo>
                    <a:pt x="3436854" y="12700"/>
                  </a:moveTo>
                  <a:lnTo>
                    <a:pt x="82411" y="12700"/>
                  </a:lnTo>
                  <a:lnTo>
                    <a:pt x="78727" y="0"/>
                  </a:lnTo>
                  <a:lnTo>
                    <a:pt x="3438733" y="0"/>
                  </a:lnTo>
                  <a:lnTo>
                    <a:pt x="3438672" y="578"/>
                  </a:lnTo>
                  <a:lnTo>
                    <a:pt x="3436854" y="12700"/>
                  </a:lnTo>
                  <a:close/>
                </a:path>
                <a:path w="3543300" h="1308100">
                  <a:moveTo>
                    <a:pt x="3460730" y="12700"/>
                  </a:moveTo>
                  <a:lnTo>
                    <a:pt x="3437395" y="12700"/>
                  </a:lnTo>
                  <a:lnTo>
                    <a:pt x="3438672" y="578"/>
                  </a:lnTo>
                  <a:lnTo>
                    <a:pt x="3438759" y="0"/>
                  </a:lnTo>
                  <a:lnTo>
                    <a:pt x="3463505" y="0"/>
                  </a:lnTo>
                  <a:lnTo>
                    <a:pt x="3460730" y="12700"/>
                  </a:lnTo>
                  <a:close/>
                </a:path>
                <a:path w="3543300" h="1308100">
                  <a:moveTo>
                    <a:pt x="3472397" y="12700"/>
                  </a:moveTo>
                  <a:lnTo>
                    <a:pt x="3460730" y="12700"/>
                  </a:lnTo>
                  <a:lnTo>
                    <a:pt x="3464359" y="0"/>
                  </a:lnTo>
                  <a:lnTo>
                    <a:pt x="3469991" y="0"/>
                  </a:lnTo>
                  <a:lnTo>
                    <a:pt x="3472397" y="12700"/>
                  </a:lnTo>
                  <a:close/>
                </a:path>
                <a:path w="3543300" h="1308100">
                  <a:moveTo>
                    <a:pt x="3437395" y="12700"/>
                  </a:moveTo>
                  <a:lnTo>
                    <a:pt x="3436854" y="12700"/>
                  </a:lnTo>
                  <a:lnTo>
                    <a:pt x="3438672" y="578"/>
                  </a:lnTo>
                  <a:lnTo>
                    <a:pt x="3437395" y="12700"/>
                  </a:lnTo>
                  <a:close/>
                </a:path>
                <a:path w="3543300" h="1308100">
                  <a:moveTo>
                    <a:pt x="86094" y="25400"/>
                  </a:moveTo>
                  <a:lnTo>
                    <a:pt x="49645" y="25400"/>
                  </a:lnTo>
                  <a:lnTo>
                    <a:pt x="63615" y="12700"/>
                  </a:lnTo>
                  <a:lnTo>
                    <a:pt x="92398" y="12700"/>
                  </a:lnTo>
                  <a:lnTo>
                    <a:pt x="86094" y="25400"/>
                  </a:lnTo>
                  <a:close/>
                </a:path>
                <a:path w="3543300" h="1308100">
                  <a:moveTo>
                    <a:pt x="3493654" y="25400"/>
                  </a:moveTo>
                  <a:lnTo>
                    <a:pt x="3457174" y="25400"/>
                  </a:lnTo>
                  <a:lnTo>
                    <a:pt x="3450570" y="12700"/>
                  </a:lnTo>
                  <a:lnTo>
                    <a:pt x="3481980" y="12700"/>
                  </a:lnTo>
                  <a:lnTo>
                    <a:pt x="3493654" y="25400"/>
                  </a:lnTo>
                  <a:close/>
                </a:path>
                <a:path w="3543300" h="1308100">
                  <a:moveTo>
                    <a:pt x="44056" y="38100"/>
                  </a:moveTo>
                  <a:lnTo>
                    <a:pt x="31357" y="38100"/>
                  </a:lnTo>
                  <a:lnTo>
                    <a:pt x="37326" y="25400"/>
                  </a:lnTo>
                  <a:lnTo>
                    <a:pt x="44056" y="38100"/>
                  </a:lnTo>
                  <a:close/>
                </a:path>
                <a:path w="3543300" h="1308100">
                  <a:moveTo>
                    <a:pt x="61329" y="38100"/>
                  </a:moveTo>
                  <a:lnTo>
                    <a:pt x="44056" y="38100"/>
                  </a:lnTo>
                  <a:lnTo>
                    <a:pt x="37326" y="25400"/>
                  </a:lnTo>
                  <a:lnTo>
                    <a:pt x="67297" y="25400"/>
                  </a:lnTo>
                  <a:lnTo>
                    <a:pt x="61329" y="38100"/>
                  </a:lnTo>
                  <a:close/>
                </a:path>
                <a:path w="3543300" h="1308100">
                  <a:moveTo>
                    <a:pt x="3498957" y="38100"/>
                  </a:moveTo>
                  <a:lnTo>
                    <a:pt x="3481939" y="38100"/>
                  </a:lnTo>
                  <a:lnTo>
                    <a:pt x="3475970" y="25400"/>
                  </a:lnTo>
                  <a:lnTo>
                    <a:pt x="3505688" y="25400"/>
                  </a:lnTo>
                  <a:lnTo>
                    <a:pt x="3498957" y="38100"/>
                  </a:lnTo>
                  <a:close/>
                </a:path>
                <a:path w="3543300" h="1308100">
                  <a:moveTo>
                    <a:pt x="3511784" y="38100"/>
                  </a:moveTo>
                  <a:lnTo>
                    <a:pt x="3498957" y="38100"/>
                  </a:lnTo>
                  <a:lnTo>
                    <a:pt x="3505688" y="25400"/>
                  </a:lnTo>
                  <a:lnTo>
                    <a:pt x="3505942" y="25400"/>
                  </a:lnTo>
                  <a:lnTo>
                    <a:pt x="3511784" y="38100"/>
                  </a:lnTo>
                  <a:close/>
                </a:path>
                <a:path w="3543300" h="1308100">
                  <a:moveTo>
                    <a:pt x="30087" y="76200"/>
                  </a:moveTo>
                  <a:lnTo>
                    <a:pt x="9640" y="76200"/>
                  </a:lnTo>
                  <a:lnTo>
                    <a:pt x="12814" y="63500"/>
                  </a:lnTo>
                  <a:lnTo>
                    <a:pt x="16752" y="63500"/>
                  </a:lnTo>
                  <a:lnTo>
                    <a:pt x="26149" y="38100"/>
                  </a:lnTo>
                  <a:lnTo>
                    <a:pt x="50788" y="38100"/>
                  </a:lnTo>
                  <a:lnTo>
                    <a:pt x="45708" y="50800"/>
                  </a:lnTo>
                  <a:lnTo>
                    <a:pt x="40760" y="50800"/>
                  </a:lnTo>
                  <a:lnTo>
                    <a:pt x="33388" y="63500"/>
                  </a:lnTo>
                  <a:lnTo>
                    <a:pt x="30087" y="76200"/>
                  </a:lnTo>
                  <a:close/>
                </a:path>
                <a:path w="3543300" h="1308100">
                  <a:moveTo>
                    <a:pt x="3521775" y="50800"/>
                  </a:moveTo>
                  <a:lnTo>
                    <a:pt x="3497433" y="50800"/>
                  </a:lnTo>
                  <a:lnTo>
                    <a:pt x="3487400" y="38100"/>
                  </a:lnTo>
                  <a:lnTo>
                    <a:pt x="3516991" y="38100"/>
                  </a:lnTo>
                  <a:lnTo>
                    <a:pt x="3521775" y="50800"/>
                  </a:lnTo>
                  <a:close/>
                </a:path>
                <a:path w="3543300" h="1308100">
                  <a:moveTo>
                    <a:pt x="3535062" y="76200"/>
                  </a:moveTo>
                  <a:lnTo>
                    <a:pt x="3513308" y="76200"/>
                  </a:lnTo>
                  <a:lnTo>
                    <a:pt x="3509879" y="63500"/>
                  </a:lnTo>
                  <a:lnTo>
                    <a:pt x="3502005" y="50800"/>
                  </a:lnTo>
                  <a:lnTo>
                    <a:pt x="3525364" y="50800"/>
                  </a:lnTo>
                  <a:lnTo>
                    <a:pt x="3526457" y="63500"/>
                  </a:lnTo>
                  <a:lnTo>
                    <a:pt x="3530326" y="63500"/>
                  </a:lnTo>
                  <a:lnTo>
                    <a:pt x="3535062" y="76200"/>
                  </a:lnTo>
                  <a:close/>
                </a:path>
                <a:path w="3543300" h="1308100">
                  <a:moveTo>
                    <a:pt x="21425" y="101600"/>
                  </a:moveTo>
                  <a:lnTo>
                    <a:pt x="2401" y="101600"/>
                  </a:lnTo>
                  <a:lnTo>
                    <a:pt x="4051" y="88900"/>
                  </a:lnTo>
                  <a:lnTo>
                    <a:pt x="6465" y="76200"/>
                  </a:lnTo>
                  <a:lnTo>
                    <a:pt x="27292" y="76200"/>
                  </a:lnTo>
                  <a:lnTo>
                    <a:pt x="24625" y="88900"/>
                  </a:lnTo>
                  <a:lnTo>
                    <a:pt x="22467" y="88900"/>
                  </a:lnTo>
                  <a:lnTo>
                    <a:pt x="21425" y="101600"/>
                  </a:lnTo>
                  <a:close/>
                </a:path>
                <a:path w="3543300" h="1308100">
                  <a:moveTo>
                    <a:pt x="3543153" y="1193800"/>
                  </a:moveTo>
                  <a:lnTo>
                    <a:pt x="3524128" y="1193800"/>
                  </a:lnTo>
                  <a:lnTo>
                    <a:pt x="3524105" y="114300"/>
                  </a:lnTo>
                  <a:lnTo>
                    <a:pt x="3523595" y="101600"/>
                  </a:lnTo>
                  <a:lnTo>
                    <a:pt x="3520801" y="88900"/>
                  </a:lnTo>
                  <a:lnTo>
                    <a:pt x="3518769" y="88900"/>
                  </a:lnTo>
                  <a:lnTo>
                    <a:pt x="3515975" y="76200"/>
                  </a:lnTo>
                  <a:lnTo>
                    <a:pt x="3536676" y="76200"/>
                  </a:lnTo>
                  <a:lnTo>
                    <a:pt x="3539089" y="88900"/>
                  </a:lnTo>
                  <a:lnTo>
                    <a:pt x="3540766" y="101600"/>
                  </a:lnTo>
                  <a:lnTo>
                    <a:pt x="3542403" y="101600"/>
                  </a:lnTo>
                  <a:lnTo>
                    <a:pt x="3543153" y="114300"/>
                  </a:lnTo>
                  <a:lnTo>
                    <a:pt x="3543153" y="1193800"/>
                  </a:lnTo>
                  <a:close/>
                </a:path>
                <a:path w="3543300" h="1308100">
                  <a:moveTo>
                    <a:pt x="19151" y="1193800"/>
                  </a:moveTo>
                  <a:lnTo>
                    <a:pt x="115" y="1193800"/>
                  </a:lnTo>
                  <a:lnTo>
                    <a:pt x="0" y="114300"/>
                  </a:lnTo>
                  <a:lnTo>
                    <a:pt x="750" y="101600"/>
                  </a:lnTo>
                  <a:lnTo>
                    <a:pt x="19672" y="101600"/>
                  </a:lnTo>
                  <a:lnTo>
                    <a:pt x="19162" y="114300"/>
                  </a:lnTo>
                  <a:lnTo>
                    <a:pt x="19151" y="1193800"/>
                  </a:lnTo>
                  <a:close/>
                </a:path>
                <a:path w="3543300" h="1308100">
                  <a:moveTo>
                    <a:pt x="24499" y="1219200"/>
                  </a:moveTo>
                  <a:lnTo>
                    <a:pt x="4179" y="1219200"/>
                  </a:lnTo>
                  <a:lnTo>
                    <a:pt x="877" y="1193800"/>
                  </a:lnTo>
                  <a:lnTo>
                    <a:pt x="19698" y="1193800"/>
                  </a:lnTo>
                  <a:lnTo>
                    <a:pt x="21425" y="1206500"/>
                  </a:lnTo>
                  <a:lnTo>
                    <a:pt x="22505" y="1206500"/>
                  </a:lnTo>
                  <a:lnTo>
                    <a:pt x="24499" y="1219200"/>
                  </a:lnTo>
                  <a:close/>
                </a:path>
                <a:path w="3543300" h="1308100">
                  <a:moveTo>
                    <a:pt x="3539089" y="1219200"/>
                  </a:moveTo>
                  <a:lnTo>
                    <a:pt x="3518683" y="1219200"/>
                  </a:lnTo>
                  <a:lnTo>
                    <a:pt x="3520801" y="1206500"/>
                  </a:lnTo>
                  <a:lnTo>
                    <a:pt x="3523595" y="1193800"/>
                  </a:lnTo>
                  <a:lnTo>
                    <a:pt x="3542391" y="1193800"/>
                  </a:lnTo>
                  <a:lnTo>
                    <a:pt x="3541121" y="1206500"/>
                  </a:lnTo>
                  <a:lnTo>
                    <a:pt x="3540740" y="1206500"/>
                  </a:lnTo>
                  <a:lnTo>
                    <a:pt x="3539089" y="1219200"/>
                  </a:lnTo>
                  <a:close/>
                </a:path>
                <a:path w="3543300" h="1308100">
                  <a:moveTo>
                    <a:pt x="9766" y="1231900"/>
                  </a:moveTo>
                  <a:lnTo>
                    <a:pt x="6592" y="1219200"/>
                  </a:lnTo>
                  <a:lnTo>
                    <a:pt x="18529" y="1219200"/>
                  </a:lnTo>
                  <a:lnTo>
                    <a:pt x="9766" y="1231900"/>
                  </a:lnTo>
                  <a:close/>
                </a:path>
                <a:path w="3543300" h="1308100">
                  <a:moveTo>
                    <a:pt x="30029" y="1231900"/>
                  </a:moveTo>
                  <a:lnTo>
                    <a:pt x="9766" y="1231900"/>
                  </a:lnTo>
                  <a:lnTo>
                    <a:pt x="18529" y="1219200"/>
                  </a:lnTo>
                  <a:lnTo>
                    <a:pt x="28728" y="1219200"/>
                  </a:lnTo>
                  <a:lnTo>
                    <a:pt x="30029" y="1231900"/>
                  </a:lnTo>
                  <a:close/>
                </a:path>
                <a:path w="3543300" h="1308100">
                  <a:moveTo>
                    <a:pt x="3524738" y="1231900"/>
                  </a:moveTo>
                  <a:lnTo>
                    <a:pt x="3513308" y="1231900"/>
                  </a:lnTo>
                  <a:lnTo>
                    <a:pt x="3515975" y="1219200"/>
                  </a:lnTo>
                  <a:lnTo>
                    <a:pt x="3524738" y="1231900"/>
                  </a:lnTo>
                  <a:close/>
                </a:path>
                <a:path w="3543300" h="1308100">
                  <a:moveTo>
                    <a:pt x="3534930" y="1231900"/>
                  </a:moveTo>
                  <a:lnTo>
                    <a:pt x="3524738" y="1231900"/>
                  </a:lnTo>
                  <a:lnTo>
                    <a:pt x="3515975" y="1219200"/>
                  </a:lnTo>
                  <a:lnTo>
                    <a:pt x="3536676" y="1219200"/>
                  </a:lnTo>
                  <a:lnTo>
                    <a:pt x="3534930" y="1231900"/>
                  </a:lnTo>
                  <a:close/>
                </a:path>
                <a:path w="3543300" h="1308100">
                  <a:moveTo>
                    <a:pt x="21577" y="1257300"/>
                  </a:moveTo>
                  <a:lnTo>
                    <a:pt x="16879" y="1244600"/>
                  </a:lnTo>
                  <a:lnTo>
                    <a:pt x="12942" y="1231900"/>
                  </a:lnTo>
                  <a:lnTo>
                    <a:pt x="33472" y="1231900"/>
                  </a:lnTo>
                  <a:lnTo>
                    <a:pt x="40760" y="1244600"/>
                  </a:lnTo>
                  <a:lnTo>
                    <a:pt x="29452" y="1244600"/>
                  </a:lnTo>
                  <a:lnTo>
                    <a:pt x="21577" y="1257300"/>
                  </a:lnTo>
                  <a:close/>
                </a:path>
                <a:path w="3543300" h="1308100">
                  <a:moveTo>
                    <a:pt x="3526389" y="1244600"/>
                  </a:moveTo>
                  <a:lnTo>
                    <a:pt x="3505942" y="1244600"/>
                  </a:lnTo>
                  <a:lnTo>
                    <a:pt x="3509949" y="1231900"/>
                  </a:lnTo>
                  <a:lnTo>
                    <a:pt x="3530326" y="1231900"/>
                  </a:lnTo>
                  <a:lnTo>
                    <a:pt x="3526389" y="1244600"/>
                  </a:lnTo>
                  <a:close/>
                </a:path>
                <a:path w="3543300" h="1308100">
                  <a:moveTo>
                    <a:pt x="45835" y="1257300"/>
                  </a:moveTo>
                  <a:lnTo>
                    <a:pt x="21577" y="1257300"/>
                  </a:lnTo>
                  <a:lnTo>
                    <a:pt x="29452" y="1244600"/>
                  </a:lnTo>
                  <a:lnTo>
                    <a:pt x="41263" y="1244600"/>
                  </a:lnTo>
                  <a:lnTo>
                    <a:pt x="45835" y="1257300"/>
                  </a:lnTo>
                  <a:close/>
                </a:path>
                <a:path w="3543300" h="1308100">
                  <a:moveTo>
                    <a:pt x="3521690" y="1257300"/>
                  </a:moveTo>
                  <a:lnTo>
                    <a:pt x="3497560" y="1257300"/>
                  </a:lnTo>
                  <a:lnTo>
                    <a:pt x="3502005" y="1244600"/>
                  </a:lnTo>
                  <a:lnTo>
                    <a:pt x="3513816" y="1244600"/>
                  </a:lnTo>
                  <a:lnTo>
                    <a:pt x="3521690" y="1257300"/>
                  </a:lnTo>
                  <a:close/>
                </a:path>
                <a:path w="3543300" h="1308100">
                  <a:moveTo>
                    <a:pt x="3521690" y="1257300"/>
                  </a:moveTo>
                  <a:lnTo>
                    <a:pt x="3513816" y="1244600"/>
                  </a:lnTo>
                  <a:lnTo>
                    <a:pt x="3525278" y="1244600"/>
                  </a:lnTo>
                  <a:lnTo>
                    <a:pt x="3521690" y="1257300"/>
                  </a:lnTo>
                  <a:close/>
                </a:path>
                <a:path w="3543300" h="1308100">
                  <a:moveTo>
                    <a:pt x="57740" y="1270000"/>
                  </a:moveTo>
                  <a:lnTo>
                    <a:pt x="31483" y="1270000"/>
                  </a:lnTo>
                  <a:lnTo>
                    <a:pt x="26277" y="1257300"/>
                  </a:lnTo>
                  <a:lnTo>
                    <a:pt x="55867" y="1257300"/>
                  </a:lnTo>
                  <a:lnTo>
                    <a:pt x="57740" y="1270000"/>
                  </a:lnTo>
                  <a:close/>
                </a:path>
                <a:path w="3543300" h="1308100">
                  <a:moveTo>
                    <a:pt x="3499211" y="1270000"/>
                  </a:moveTo>
                  <a:lnTo>
                    <a:pt x="3481939" y="1270000"/>
                  </a:lnTo>
                  <a:lnTo>
                    <a:pt x="3487400" y="1257300"/>
                  </a:lnTo>
                  <a:lnTo>
                    <a:pt x="3492480" y="1257300"/>
                  </a:lnTo>
                  <a:lnTo>
                    <a:pt x="3499211" y="1270000"/>
                  </a:lnTo>
                  <a:close/>
                </a:path>
                <a:path w="3543300" h="1308100">
                  <a:moveTo>
                    <a:pt x="3512396" y="1270000"/>
                  </a:moveTo>
                  <a:lnTo>
                    <a:pt x="3499211" y="1270000"/>
                  </a:lnTo>
                  <a:lnTo>
                    <a:pt x="3492480" y="1257300"/>
                  </a:lnTo>
                  <a:lnTo>
                    <a:pt x="3516991" y="1257300"/>
                  </a:lnTo>
                  <a:lnTo>
                    <a:pt x="3512396" y="1270000"/>
                  </a:lnTo>
                  <a:close/>
                </a:path>
                <a:path w="3543300" h="1308100">
                  <a:moveTo>
                    <a:pt x="79489" y="1282700"/>
                  </a:moveTo>
                  <a:lnTo>
                    <a:pt x="43294" y="1282700"/>
                  </a:lnTo>
                  <a:lnTo>
                    <a:pt x="37453" y="1270000"/>
                  </a:lnTo>
                  <a:lnTo>
                    <a:pt x="73267" y="1270000"/>
                  </a:lnTo>
                  <a:lnTo>
                    <a:pt x="79489" y="1282700"/>
                  </a:lnTo>
                  <a:close/>
                </a:path>
                <a:path w="3543300" h="1308100">
                  <a:moveTo>
                    <a:pt x="3499846" y="1282700"/>
                  </a:moveTo>
                  <a:lnTo>
                    <a:pt x="3463778" y="1282700"/>
                  </a:lnTo>
                  <a:lnTo>
                    <a:pt x="3470001" y="1270000"/>
                  </a:lnTo>
                  <a:lnTo>
                    <a:pt x="3505815" y="1270000"/>
                  </a:lnTo>
                  <a:lnTo>
                    <a:pt x="3499846" y="1282700"/>
                  </a:lnTo>
                  <a:close/>
                </a:path>
                <a:path w="3543300" h="1308100">
                  <a:moveTo>
                    <a:pt x="82411" y="1295400"/>
                  </a:moveTo>
                  <a:lnTo>
                    <a:pt x="63742" y="1295400"/>
                  </a:lnTo>
                  <a:lnTo>
                    <a:pt x="56757" y="1282700"/>
                  </a:lnTo>
                  <a:lnTo>
                    <a:pt x="86094" y="1282700"/>
                  </a:lnTo>
                  <a:lnTo>
                    <a:pt x="82411" y="1295400"/>
                  </a:lnTo>
                  <a:close/>
                </a:path>
                <a:path w="3543300" h="1308100">
                  <a:moveTo>
                    <a:pt x="104508" y="1295400"/>
                  </a:moveTo>
                  <a:lnTo>
                    <a:pt x="82411" y="1295400"/>
                  </a:lnTo>
                  <a:lnTo>
                    <a:pt x="86094" y="1282700"/>
                  </a:lnTo>
                  <a:lnTo>
                    <a:pt x="106413" y="1282700"/>
                  </a:lnTo>
                  <a:lnTo>
                    <a:pt x="104508" y="1295400"/>
                  </a:lnTo>
                  <a:close/>
                </a:path>
                <a:path w="3543300" h="1308100">
                  <a:moveTo>
                    <a:pt x="105898" y="1295400"/>
                  </a:moveTo>
                  <a:lnTo>
                    <a:pt x="104508" y="1295400"/>
                  </a:lnTo>
                  <a:lnTo>
                    <a:pt x="106413" y="1282700"/>
                  </a:lnTo>
                  <a:lnTo>
                    <a:pt x="105898" y="1295400"/>
                  </a:lnTo>
                  <a:close/>
                </a:path>
                <a:path w="3543300" h="1308100">
                  <a:moveTo>
                    <a:pt x="127623" y="1295400"/>
                  </a:moveTo>
                  <a:lnTo>
                    <a:pt x="105898" y="1295400"/>
                  </a:lnTo>
                  <a:lnTo>
                    <a:pt x="106413" y="1282700"/>
                  </a:lnTo>
                  <a:lnTo>
                    <a:pt x="127623" y="1282700"/>
                  </a:lnTo>
                  <a:lnTo>
                    <a:pt x="127623" y="1295400"/>
                  </a:lnTo>
                  <a:close/>
                </a:path>
                <a:path w="3543300" h="1308100">
                  <a:moveTo>
                    <a:pt x="3415645" y="1295400"/>
                  </a:moveTo>
                  <a:lnTo>
                    <a:pt x="127623" y="1295400"/>
                  </a:lnTo>
                  <a:lnTo>
                    <a:pt x="127623" y="1282700"/>
                  </a:lnTo>
                  <a:lnTo>
                    <a:pt x="3415645" y="1282700"/>
                  </a:lnTo>
                  <a:lnTo>
                    <a:pt x="3415645" y="1295400"/>
                  </a:lnTo>
                  <a:close/>
                </a:path>
                <a:path w="3543300" h="1308100">
                  <a:moveTo>
                    <a:pt x="3438759" y="1295400"/>
                  </a:moveTo>
                  <a:lnTo>
                    <a:pt x="3415645" y="1295400"/>
                  </a:lnTo>
                  <a:lnTo>
                    <a:pt x="3415645" y="1282700"/>
                  </a:lnTo>
                  <a:lnTo>
                    <a:pt x="3436854" y="1282700"/>
                  </a:lnTo>
                  <a:lnTo>
                    <a:pt x="3438759" y="1295400"/>
                  </a:lnTo>
                  <a:close/>
                </a:path>
                <a:path w="3543300" h="1308100">
                  <a:moveTo>
                    <a:pt x="3481980" y="1295400"/>
                  </a:moveTo>
                  <a:lnTo>
                    <a:pt x="3438759" y="1295400"/>
                  </a:lnTo>
                  <a:lnTo>
                    <a:pt x="3436854" y="1282700"/>
                  </a:lnTo>
                  <a:lnTo>
                    <a:pt x="3486511" y="1282700"/>
                  </a:lnTo>
                  <a:lnTo>
                    <a:pt x="3481980" y="1295400"/>
                  </a:lnTo>
                  <a:close/>
                </a:path>
                <a:path w="3543300" h="1308100">
                  <a:moveTo>
                    <a:pt x="3448665" y="1308100"/>
                  </a:moveTo>
                  <a:lnTo>
                    <a:pt x="94476" y="1308100"/>
                  </a:lnTo>
                  <a:lnTo>
                    <a:pt x="86475" y="1295400"/>
                  </a:lnTo>
                  <a:lnTo>
                    <a:pt x="3456666" y="1295400"/>
                  </a:lnTo>
                  <a:lnTo>
                    <a:pt x="3448665" y="1308100"/>
                  </a:lnTo>
                  <a:close/>
                </a:path>
              </a:pathLst>
            </a:custGeom>
            <a:solidFill>
              <a:srgbClr val="FB823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xfrm>
            <a:off x="7992767" y="737612"/>
            <a:ext cx="3540760" cy="53594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350" spc="240"/>
              <a:t>Why</a:t>
            </a:r>
            <a:r>
              <a:rPr dirty="0" sz="3350" spc="-245"/>
              <a:t> </a:t>
            </a:r>
            <a:r>
              <a:rPr dirty="0" sz="3350" spc="95"/>
              <a:t>This</a:t>
            </a:r>
            <a:r>
              <a:rPr dirty="0" sz="3350" spc="-240"/>
              <a:t> </a:t>
            </a:r>
            <a:r>
              <a:rPr dirty="0" sz="3350" spc="145"/>
              <a:t>Matters</a:t>
            </a:r>
            <a:endParaRPr sz="3350"/>
          </a:p>
        </p:txBody>
      </p:sp>
      <p:sp>
        <p:nvSpPr>
          <p:cNvPr id="13" name="object 13"/>
          <p:cNvSpPr txBox="1"/>
          <p:nvPr/>
        </p:nvSpPr>
        <p:spPr>
          <a:xfrm>
            <a:off x="8181923" y="3312035"/>
            <a:ext cx="3104515" cy="863600"/>
          </a:xfrm>
          <a:prstGeom prst="rect">
            <a:avLst/>
          </a:prstGeom>
        </p:spPr>
        <p:txBody>
          <a:bodyPr wrap="square" lIns="0" tIns="831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dirty="0" sz="1650" spc="75">
                <a:solidFill>
                  <a:srgbClr val="FF6A34"/>
                </a:solidFill>
                <a:latin typeface="Tahoma"/>
                <a:cs typeface="Tahoma"/>
              </a:rPr>
              <a:t>300M+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29800"/>
              </a:lnSpc>
              <a:spcBef>
                <a:spcPts val="5"/>
              </a:spcBef>
            </a:pPr>
            <a:r>
              <a:rPr dirty="0" sz="1300">
                <a:solidFill>
                  <a:srgbClr val="E4DFDE"/>
                </a:solidFill>
                <a:latin typeface="Roboto"/>
                <a:cs typeface="Roboto"/>
              </a:rPr>
              <a:t>Outdoor</a:t>
            </a:r>
            <a:r>
              <a:rPr dirty="0" sz="1300" spc="7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300">
                <a:solidFill>
                  <a:srgbClr val="E4DFDE"/>
                </a:solidFill>
                <a:latin typeface="Roboto"/>
                <a:cs typeface="Roboto"/>
              </a:rPr>
              <a:t>workers</a:t>
            </a:r>
            <a:r>
              <a:rPr dirty="0" sz="1300" spc="7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300">
                <a:solidFill>
                  <a:srgbClr val="E4DFDE"/>
                </a:solidFill>
                <a:latin typeface="Roboto"/>
                <a:cs typeface="Roboto"/>
              </a:rPr>
              <a:t>exposed</a:t>
            </a:r>
            <a:r>
              <a:rPr dirty="0" sz="1300" spc="7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300">
                <a:solidFill>
                  <a:srgbClr val="E4DFDE"/>
                </a:solidFill>
                <a:latin typeface="Roboto"/>
                <a:cs typeface="Roboto"/>
              </a:rPr>
              <a:t>daily</a:t>
            </a:r>
            <a:r>
              <a:rPr dirty="0" sz="1300" spc="7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300">
                <a:solidFill>
                  <a:srgbClr val="E4DFDE"/>
                </a:solidFill>
                <a:latin typeface="Roboto"/>
                <a:cs typeface="Roboto"/>
              </a:rPr>
              <a:t>with</a:t>
            </a:r>
            <a:r>
              <a:rPr dirty="0" sz="1300" spc="7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300" spc="-20" b="1">
                <a:solidFill>
                  <a:srgbClr val="E4DFDE"/>
                </a:solidFill>
                <a:latin typeface="Roboto"/>
                <a:cs typeface="Roboto"/>
              </a:rPr>
              <a:t>zero </a:t>
            </a:r>
            <a:r>
              <a:rPr dirty="0" sz="1300" b="1">
                <a:solidFill>
                  <a:srgbClr val="E4DFDE"/>
                </a:solidFill>
                <a:latin typeface="Roboto"/>
                <a:cs typeface="Roboto"/>
              </a:rPr>
              <a:t>personalized</a:t>
            </a:r>
            <a:r>
              <a:rPr dirty="0" sz="1300" spc="114" b="1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300" b="1">
                <a:solidFill>
                  <a:srgbClr val="E4DFDE"/>
                </a:solidFill>
                <a:latin typeface="Roboto"/>
                <a:cs typeface="Roboto"/>
              </a:rPr>
              <a:t>guidance</a:t>
            </a:r>
            <a:r>
              <a:rPr dirty="0" sz="1300" spc="114" b="1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300">
                <a:solidFill>
                  <a:srgbClr val="E4DFDE"/>
                </a:solidFill>
                <a:latin typeface="Roboto"/>
                <a:cs typeface="Roboto"/>
              </a:rPr>
              <a:t>from</a:t>
            </a:r>
            <a:r>
              <a:rPr dirty="0" sz="1300" spc="114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300">
                <a:solidFill>
                  <a:srgbClr val="E4DFDE"/>
                </a:solidFill>
                <a:latin typeface="Roboto"/>
                <a:cs typeface="Roboto"/>
              </a:rPr>
              <a:t>any</a:t>
            </a:r>
            <a:r>
              <a:rPr dirty="0" sz="1300" spc="114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300" spc="-10">
                <a:solidFill>
                  <a:srgbClr val="E4DFDE"/>
                </a:solidFill>
                <a:latin typeface="Roboto"/>
                <a:cs typeface="Roboto"/>
              </a:rPr>
              <a:t>system.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181923" y="1588011"/>
            <a:ext cx="2858770" cy="1120775"/>
          </a:xfrm>
          <a:prstGeom prst="rect">
            <a:avLst/>
          </a:prstGeom>
        </p:spPr>
        <p:txBody>
          <a:bodyPr wrap="square" lIns="0" tIns="8318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655"/>
              </a:spcBef>
            </a:pPr>
            <a:r>
              <a:rPr dirty="0" sz="1650">
                <a:solidFill>
                  <a:srgbClr val="FF6A34"/>
                </a:solidFill>
                <a:latin typeface="Tahoma"/>
                <a:cs typeface="Tahoma"/>
              </a:rPr>
              <a:t>40+</a:t>
            </a:r>
            <a:r>
              <a:rPr dirty="0" sz="1650" spc="-30">
                <a:solidFill>
                  <a:srgbClr val="FF6A34"/>
                </a:solidFill>
                <a:latin typeface="Tahoma"/>
                <a:cs typeface="Tahoma"/>
              </a:rPr>
              <a:t> </a:t>
            </a:r>
            <a:r>
              <a:rPr dirty="0" sz="1650" spc="40">
                <a:solidFill>
                  <a:srgbClr val="FF6A34"/>
                </a:solidFill>
                <a:latin typeface="Tahoma"/>
                <a:cs typeface="Tahoma"/>
              </a:rPr>
              <a:t>Cities</a:t>
            </a:r>
            <a:endParaRPr sz="1650">
              <a:latin typeface="Tahoma"/>
              <a:cs typeface="Tahoma"/>
            </a:endParaRPr>
          </a:p>
          <a:p>
            <a:pPr algn="just" marL="12700" marR="5080">
              <a:lnSpc>
                <a:spcPct val="129800"/>
              </a:lnSpc>
              <a:spcBef>
                <a:spcPts val="5"/>
              </a:spcBef>
            </a:pPr>
            <a:r>
              <a:rPr dirty="0" sz="1300">
                <a:solidFill>
                  <a:srgbClr val="E4DFDE"/>
                </a:solidFill>
                <a:latin typeface="Roboto"/>
                <a:cs typeface="Roboto"/>
              </a:rPr>
              <a:t>Regularly</a:t>
            </a:r>
            <a:r>
              <a:rPr dirty="0" sz="1300" spc="2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300">
                <a:solidFill>
                  <a:srgbClr val="E4DFDE"/>
                </a:solidFill>
                <a:latin typeface="Roboto"/>
                <a:cs typeface="Roboto"/>
              </a:rPr>
              <a:t>hit</a:t>
            </a:r>
            <a:r>
              <a:rPr dirty="0" sz="1300" spc="2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300">
                <a:solidFill>
                  <a:srgbClr val="E4DFDE"/>
                </a:solidFill>
                <a:latin typeface="Roboto"/>
                <a:cs typeface="Roboto"/>
              </a:rPr>
              <a:t>"Unhealthy"</a:t>
            </a:r>
            <a:r>
              <a:rPr dirty="0" sz="1300" spc="2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300">
                <a:solidFill>
                  <a:srgbClr val="E4DFDE"/>
                </a:solidFill>
                <a:latin typeface="Roboto"/>
                <a:cs typeface="Roboto"/>
              </a:rPr>
              <a:t>AQI</a:t>
            </a:r>
            <a:r>
              <a:rPr dirty="0" sz="1300" spc="3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300">
                <a:solidFill>
                  <a:srgbClr val="E4DFDE"/>
                </a:solidFill>
                <a:latin typeface="Roboto"/>
                <a:cs typeface="Roboto"/>
              </a:rPr>
              <a:t>levels</a:t>
            </a:r>
            <a:r>
              <a:rPr dirty="0" sz="1300" spc="2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E4DFDE"/>
                </a:solidFill>
                <a:latin typeface="Roboto"/>
                <a:cs typeface="Roboto"/>
              </a:rPr>
              <a:t>— </a:t>
            </a:r>
            <a:r>
              <a:rPr dirty="0" sz="1300">
                <a:solidFill>
                  <a:srgbClr val="E4DFDE"/>
                </a:solidFill>
                <a:latin typeface="Roboto"/>
                <a:cs typeface="Roboto"/>
              </a:rPr>
              <a:t>millions</a:t>
            </a:r>
            <a:r>
              <a:rPr dirty="0" sz="1300" spc="6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300">
                <a:solidFill>
                  <a:srgbClr val="E4DFDE"/>
                </a:solidFill>
                <a:latin typeface="Roboto"/>
                <a:cs typeface="Roboto"/>
              </a:rPr>
              <a:t>with</a:t>
            </a:r>
            <a:r>
              <a:rPr dirty="0" sz="1300" spc="6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300">
                <a:solidFill>
                  <a:srgbClr val="E4DFDE"/>
                </a:solidFill>
                <a:latin typeface="Roboto"/>
                <a:cs typeface="Roboto"/>
              </a:rPr>
              <a:t>respiratory</a:t>
            </a:r>
            <a:r>
              <a:rPr dirty="0" sz="1300" spc="6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300">
                <a:solidFill>
                  <a:srgbClr val="E4DFDE"/>
                </a:solidFill>
                <a:latin typeface="Roboto"/>
                <a:cs typeface="Roboto"/>
              </a:rPr>
              <a:t>conditions</a:t>
            </a:r>
            <a:r>
              <a:rPr dirty="0" sz="1300" spc="6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300" spc="-25">
                <a:solidFill>
                  <a:srgbClr val="E4DFDE"/>
                </a:solidFill>
                <a:latin typeface="Roboto"/>
                <a:cs typeface="Roboto"/>
              </a:rPr>
              <a:t>at </a:t>
            </a:r>
            <a:r>
              <a:rPr dirty="0" sz="1300">
                <a:solidFill>
                  <a:srgbClr val="E4DFDE"/>
                </a:solidFill>
                <a:latin typeface="Roboto"/>
                <a:cs typeface="Roboto"/>
              </a:rPr>
              <a:t>daily</a:t>
            </a:r>
            <a:r>
              <a:rPr dirty="0" sz="1300" spc="1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300" spc="-10">
                <a:solidFill>
                  <a:srgbClr val="E4DFDE"/>
                </a:solidFill>
                <a:latin typeface="Roboto"/>
                <a:cs typeface="Roboto"/>
              </a:rPr>
              <a:t>risk.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181923" y="4761029"/>
            <a:ext cx="3149600" cy="894715"/>
          </a:xfrm>
          <a:prstGeom prst="rect">
            <a:avLst/>
          </a:prstGeom>
        </p:spPr>
        <p:txBody>
          <a:bodyPr wrap="square" lIns="0" tIns="952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dirty="0" sz="1650" spc="70">
                <a:solidFill>
                  <a:srgbClr val="FF6A34"/>
                </a:solidFill>
                <a:latin typeface="Tahoma"/>
                <a:cs typeface="Tahoma"/>
              </a:rPr>
              <a:t>Health</a:t>
            </a:r>
            <a:r>
              <a:rPr dirty="0" sz="1650" spc="-90">
                <a:solidFill>
                  <a:srgbClr val="FF6A34"/>
                </a:solidFill>
                <a:latin typeface="Tahoma"/>
                <a:cs typeface="Tahoma"/>
              </a:rPr>
              <a:t> </a:t>
            </a:r>
            <a:r>
              <a:rPr dirty="0" sz="1650" spc="75">
                <a:solidFill>
                  <a:srgbClr val="FF6A34"/>
                </a:solidFill>
                <a:latin typeface="Tahoma"/>
                <a:cs typeface="Tahoma"/>
              </a:rPr>
              <a:t>Equity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4600"/>
              </a:lnSpc>
              <a:spcBef>
                <a:spcPts val="5"/>
              </a:spcBef>
            </a:pPr>
            <a:r>
              <a:rPr dirty="0" sz="1300">
                <a:solidFill>
                  <a:srgbClr val="E4DFDE"/>
                </a:solidFill>
                <a:latin typeface="Roboto"/>
                <a:cs typeface="Roboto"/>
              </a:rPr>
              <a:t>Vulnerable</a:t>
            </a:r>
            <a:r>
              <a:rPr dirty="0" sz="1300" spc="11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300">
                <a:solidFill>
                  <a:srgbClr val="E4DFDE"/>
                </a:solidFill>
                <a:latin typeface="Roboto"/>
                <a:cs typeface="Roboto"/>
              </a:rPr>
              <a:t>populations</a:t>
            </a:r>
            <a:r>
              <a:rPr dirty="0" sz="1300" spc="11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300">
                <a:solidFill>
                  <a:srgbClr val="E4DFDE"/>
                </a:solidFill>
                <a:latin typeface="Roboto"/>
                <a:cs typeface="Roboto"/>
              </a:rPr>
              <a:t>need</a:t>
            </a:r>
            <a:r>
              <a:rPr dirty="0" sz="1300" spc="11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300" b="1">
                <a:solidFill>
                  <a:srgbClr val="E4DFDE"/>
                </a:solidFill>
                <a:latin typeface="Roboto"/>
                <a:cs typeface="Roboto"/>
              </a:rPr>
              <a:t>smarter,</a:t>
            </a:r>
            <a:r>
              <a:rPr dirty="0" sz="1300" spc="110" b="1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300" spc="-25" b="1">
                <a:solidFill>
                  <a:srgbClr val="E4DFDE"/>
                </a:solidFill>
                <a:latin typeface="Roboto"/>
                <a:cs typeface="Roboto"/>
              </a:rPr>
              <a:t>not </a:t>
            </a:r>
            <a:r>
              <a:rPr dirty="0" sz="1300" b="1">
                <a:solidFill>
                  <a:srgbClr val="E4DFDE"/>
                </a:solidFill>
                <a:latin typeface="Roboto"/>
                <a:cs typeface="Roboto"/>
              </a:rPr>
              <a:t>generic</a:t>
            </a:r>
            <a:r>
              <a:rPr dirty="0" sz="1300">
                <a:solidFill>
                  <a:srgbClr val="E4DFDE"/>
                </a:solidFill>
                <a:latin typeface="Roboto"/>
                <a:cs typeface="Roboto"/>
              </a:rPr>
              <a:t>,</a:t>
            </a:r>
            <a:r>
              <a:rPr dirty="0" sz="1300" spc="7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300">
                <a:solidFill>
                  <a:srgbClr val="E4DFDE"/>
                </a:solidFill>
                <a:latin typeface="Roboto"/>
                <a:cs typeface="Roboto"/>
              </a:rPr>
              <a:t>alerts</a:t>
            </a:r>
            <a:r>
              <a:rPr dirty="0" sz="1300" spc="8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300">
                <a:solidFill>
                  <a:srgbClr val="E4DFDE"/>
                </a:solidFill>
                <a:latin typeface="Roboto"/>
                <a:cs typeface="Roboto"/>
              </a:rPr>
              <a:t>to</a:t>
            </a:r>
            <a:r>
              <a:rPr dirty="0" sz="1300" spc="8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300">
                <a:solidFill>
                  <a:srgbClr val="E4DFDE"/>
                </a:solidFill>
                <a:latin typeface="Roboto"/>
                <a:cs typeface="Roboto"/>
              </a:rPr>
              <a:t>protect</a:t>
            </a:r>
            <a:r>
              <a:rPr dirty="0" sz="1300" spc="8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300">
                <a:solidFill>
                  <a:srgbClr val="E4DFDE"/>
                </a:solidFill>
                <a:latin typeface="Roboto"/>
                <a:cs typeface="Roboto"/>
              </a:rPr>
              <a:t>their</a:t>
            </a:r>
            <a:r>
              <a:rPr dirty="0" sz="1300" spc="8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300" spc="-10">
                <a:solidFill>
                  <a:srgbClr val="E4DFDE"/>
                </a:solidFill>
                <a:latin typeface="Roboto"/>
                <a:cs typeface="Roboto"/>
              </a:rPr>
              <a:t>wellbeing.</a:t>
            </a:r>
            <a:endParaRPr sz="13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26837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700" spc="155"/>
              <a:t>Rashtra</a:t>
            </a:r>
            <a:r>
              <a:rPr dirty="0" sz="3700" spc="-250"/>
              <a:t> </a:t>
            </a:r>
            <a:r>
              <a:rPr dirty="0" sz="3700" spc="100"/>
              <a:t>Vayu:</a:t>
            </a:r>
            <a:r>
              <a:rPr dirty="0" sz="3700" spc="-245"/>
              <a:t> </a:t>
            </a:r>
            <a:r>
              <a:rPr dirty="0" sz="3700" spc="75"/>
              <a:t>The</a:t>
            </a:r>
            <a:r>
              <a:rPr dirty="0" sz="3700" spc="-245"/>
              <a:t> </a:t>
            </a:r>
            <a:r>
              <a:rPr dirty="0" sz="3700" spc="135"/>
              <a:t>Solution</a:t>
            </a:r>
            <a:endParaRPr sz="3700"/>
          </a:p>
        </p:txBody>
      </p:sp>
      <p:sp>
        <p:nvSpPr>
          <p:cNvPr id="4" name="object 4"/>
          <p:cNvSpPr txBox="1"/>
          <p:nvPr/>
        </p:nvSpPr>
        <p:spPr>
          <a:xfrm>
            <a:off x="648839" y="2579045"/>
            <a:ext cx="4344670" cy="975994"/>
          </a:xfrm>
          <a:prstGeom prst="rect">
            <a:avLst/>
          </a:prstGeom>
        </p:spPr>
        <p:txBody>
          <a:bodyPr wrap="square" lIns="0" tIns="996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dirty="0" sz="1850" spc="60">
                <a:solidFill>
                  <a:srgbClr val="E4DFDE"/>
                </a:solidFill>
                <a:latin typeface="Tahoma"/>
                <a:cs typeface="Tahoma"/>
              </a:rPr>
              <a:t>Live</a:t>
            </a:r>
            <a:r>
              <a:rPr dirty="0" sz="1850" spc="-12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850" spc="50">
                <a:solidFill>
                  <a:srgbClr val="E4DFDE"/>
                </a:solidFill>
                <a:latin typeface="Tahoma"/>
                <a:cs typeface="Tahoma"/>
              </a:rPr>
              <a:t>Dashboard</a:t>
            </a:r>
            <a:endParaRPr sz="1850">
              <a:latin typeface="Tahoma"/>
              <a:cs typeface="Tahoma"/>
            </a:endParaRPr>
          </a:p>
          <a:p>
            <a:pPr marL="12700" marR="5080">
              <a:lnSpc>
                <a:spcPct val="129299"/>
              </a:lnSpc>
              <a:spcBef>
                <a:spcPts val="70"/>
              </a:spcBef>
            </a:pPr>
            <a:r>
              <a:rPr dirty="0" sz="1450" spc="-55">
                <a:solidFill>
                  <a:srgbClr val="E4DFDE"/>
                </a:solidFill>
                <a:latin typeface="Roboto"/>
                <a:cs typeface="Roboto"/>
              </a:rPr>
              <a:t>Real-</a:t>
            </a:r>
            <a:r>
              <a:rPr dirty="0" sz="1450">
                <a:solidFill>
                  <a:srgbClr val="E4DFDE"/>
                </a:solidFill>
                <a:latin typeface="Roboto"/>
                <a:cs typeface="Roboto"/>
              </a:rPr>
              <a:t>time</a:t>
            </a:r>
            <a:r>
              <a:rPr dirty="0" sz="1450" spc="1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50">
                <a:solidFill>
                  <a:srgbClr val="E4DFDE"/>
                </a:solidFill>
                <a:latin typeface="Roboto"/>
                <a:cs typeface="Roboto"/>
              </a:rPr>
              <a:t>weather</a:t>
            </a:r>
            <a:r>
              <a:rPr dirty="0" sz="1450" spc="1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50">
                <a:solidFill>
                  <a:srgbClr val="E4DFDE"/>
                </a:solidFill>
                <a:latin typeface="Roboto"/>
                <a:cs typeface="Roboto"/>
              </a:rPr>
              <a:t>+</a:t>
            </a:r>
            <a:r>
              <a:rPr dirty="0" sz="1450" spc="1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50">
                <a:solidFill>
                  <a:srgbClr val="E4DFDE"/>
                </a:solidFill>
                <a:latin typeface="Roboto"/>
                <a:cs typeface="Roboto"/>
              </a:rPr>
              <a:t>AQI</a:t>
            </a:r>
            <a:r>
              <a:rPr dirty="0" sz="1450" spc="1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50">
                <a:solidFill>
                  <a:srgbClr val="E4DFDE"/>
                </a:solidFill>
                <a:latin typeface="Roboto"/>
                <a:cs typeface="Roboto"/>
              </a:rPr>
              <a:t>for</a:t>
            </a:r>
            <a:r>
              <a:rPr dirty="0" sz="1450" spc="1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50">
                <a:solidFill>
                  <a:srgbClr val="E4DFDE"/>
                </a:solidFill>
                <a:latin typeface="Roboto"/>
                <a:cs typeface="Roboto"/>
              </a:rPr>
              <a:t>any</a:t>
            </a:r>
            <a:r>
              <a:rPr dirty="0" sz="1450" spc="1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50">
                <a:solidFill>
                  <a:srgbClr val="E4DFDE"/>
                </a:solidFill>
                <a:latin typeface="Roboto"/>
                <a:cs typeface="Roboto"/>
              </a:rPr>
              <a:t>Indian</a:t>
            </a:r>
            <a:r>
              <a:rPr dirty="0" sz="1450" spc="1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50">
                <a:solidFill>
                  <a:srgbClr val="E4DFDE"/>
                </a:solidFill>
                <a:latin typeface="Roboto"/>
                <a:cs typeface="Roboto"/>
              </a:rPr>
              <a:t>city,</a:t>
            </a:r>
            <a:r>
              <a:rPr dirty="0" sz="1450" spc="1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50" spc="-10">
                <a:solidFill>
                  <a:srgbClr val="E4DFDE"/>
                </a:solidFill>
                <a:latin typeface="Roboto"/>
                <a:cs typeface="Roboto"/>
              </a:rPr>
              <a:t>updated continuously.</a:t>
            </a:r>
            <a:endParaRPr sz="145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8839" y="4654233"/>
            <a:ext cx="5194300" cy="1038225"/>
          </a:xfrm>
          <a:prstGeom prst="rect">
            <a:avLst/>
          </a:prstGeom>
        </p:spPr>
        <p:txBody>
          <a:bodyPr wrap="square" lIns="0" tIns="12318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dirty="0" sz="1850">
                <a:solidFill>
                  <a:srgbClr val="E4DFDE"/>
                </a:solidFill>
                <a:latin typeface="Tahoma"/>
                <a:cs typeface="Tahoma"/>
              </a:rPr>
              <a:t>AI</a:t>
            </a:r>
            <a:r>
              <a:rPr dirty="0" sz="1850" spc="-11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850" spc="65">
                <a:solidFill>
                  <a:srgbClr val="E4DFDE"/>
                </a:solidFill>
                <a:latin typeface="Tahoma"/>
                <a:cs typeface="Tahoma"/>
              </a:rPr>
              <a:t>Health</a:t>
            </a:r>
            <a:r>
              <a:rPr dirty="0" sz="1850" spc="-12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850" spc="75">
                <a:solidFill>
                  <a:srgbClr val="E4DFDE"/>
                </a:solidFill>
                <a:latin typeface="Tahoma"/>
                <a:cs typeface="Tahoma"/>
              </a:rPr>
              <a:t>Advisory</a:t>
            </a:r>
            <a:endParaRPr sz="1850">
              <a:latin typeface="Tahoma"/>
              <a:cs typeface="Tahoma"/>
            </a:endParaRPr>
          </a:p>
          <a:p>
            <a:pPr marL="12700" marR="5080">
              <a:lnSpc>
                <a:spcPct val="137900"/>
              </a:lnSpc>
              <a:spcBef>
                <a:spcPts val="70"/>
              </a:spcBef>
            </a:pPr>
            <a:r>
              <a:rPr dirty="0" sz="1450" spc="-50">
                <a:solidFill>
                  <a:srgbClr val="E4DFDE"/>
                </a:solidFill>
                <a:latin typeface="Roboto"/>
                <a:cs typeface="Roboto"/>
              </a:rPr>
              <a:t>Plain-</a:t>
            </a:r>
            <a:r>
              <a:rPr dirty="0" sz="1450">
                <a:solidFill>
                  <a:srgbClr val="E4DFDE"/>
                </a:solidFill>
                <a:latin typeface="Roboto"/>
                <a:cs typeface="Roboto"/>
              </a:rPr>
              <a:t>English,</a:t>
            </a:r>
            <a:r>
              <a:rPr dirty="0" sz="1450" spc="1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50">
                <a:solidFill>
                  <a:srgbClr val="E4DFDE"/>
                </a:solidFill>
                <a:latin typeface="Roboto"/>
                <a:cs typeface="Roboto"/>
              </a:rPr>
              <a:t>personalized</a:t>
            </a:r>
            <a:r>
              <a:rPr dirty="0" sz="1450" spc="1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50">
                <a:solidFill>
                  <a:srgbClr val="E4DFDE"/>
                </a:solidFill>
                <a:latin typeface="Roboto"/>
                <a:cs typeface="Roboto"/>
              </a:rPr>
              <a:t>guidance</a:t>
            </a:r>
            <a:r>
              <a:rPr dirty="0" sz="1450" spc="1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50">
                <a:solidFill>
                  <a:srgbClr val="E4DFDE"/>
                </a:solidFill>
                <a:latin typeface="Roboto"/>
                <a:cs typeface="Roboto"/>
              </a:rPr>
              <a:t>—</a:t>
            </a:r>
            <a:r>
              <a:rPr dirty="0" sz="1450" spc="1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50">
                <a:solidFill>
                  <a:srgbClr val="E4DFDE"/>
                </a:solidFill>
                <a:latin typeface="Roboto"/>
                <a:cs typeface="Roboto"/>
              </a:rPr>
              <a:t>not</a:t>
            </a:r>
            <a:r>
              <a:rPr dirty="0" sz="1450" spc="1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50">
                <a:solidFill>
                  <a:srgbClr val="E4DFDE"/>
                </a:solidFill>
                <a:latin typeface="Roboto"/>
                <a:cs typeface="Roboto"/>
              </a:rPr>
              <a:t>generic</a:t>
            </a:r>
            <a:r>
              <a:rPr dirty="0" sz="1450" spc="1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50" spc="-10">
                <a:solidFill>
                  <a:srgbClr val="E4DFDE"/>
                </a:solidFill>
                <a:latin typeface="Roboto"/>
                <a:cs typeface="Roboto"/>
              </a:rPr>
              <a:t>thresholds </a:t>
            </a:r>
            <a:r>
              <a:rPr dirty="0" sz="1450">
                <a:solidFill>
                  <a:srgbClr val="E4DFDE"/>
                </a:solidFill>
                <a:latin typeface="Roboto"/>
                <a:cs typeface="Roboto"/>
              </a:rPr>
              <a:t>that</a:t>
            </a:r>
            <a:r>
              <a:rPr dirty="0" sz="1450" spc="-1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50">
                <a:solidFill>
                  <a:srgbClr val="E4DFDE"/>
                </a:solidFill>
                <a:latin typeface="Roboto"/>
                <a:cs typeface="Roboto"/>
              </a:rPr>
              <a:t>nobody</a:t>
            </a:r>
            <a:r>
              <a:rPr dirty="0" sz="1450" spc="-10">
                <a:solidFill>
                  <a:srgbClr val="E4DFDE"/>
                </a:solidFill>
                <a:latin typeface="Roboto"/>
                <a:cs typeface="Roboto"/>
              </a:rPr>
              <a:t> reads.</a:t>
            </a:r>
            <a:endParaRPr sz="145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01323" y="2579045"/>
            <a:ext cx="5238750" cy="975994"/>
          </a:xfrm>
          <a:prstGeom prst="rect">
            <a:avLst/>
          </a:prstGeom>
        </p:spPr>
        <p:txBody>
          <a:bodyPr wrap="square" lIns="0" tIns="996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dirty="0" sz="1850" spc="75">
                <a:solidFill>
                  <a:srgbClr val="E4DFDE"/>
                </a:solidFill>
                <a:latin typeface="Tahoma"/>
                <a:cs typeface="Tahoma"/>
              </a:rPr>
              <a:t>Smart</a:t>
            </a:r>
            <a:r>
              <a:rPr dirty="0" sz="1850" spc="-13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850" spc="70">
                <a:solidFill>
                  <a:srgbClr val="E4DFDE"/>
                </a:solidFill>
                <a:latin typeface="Tahoma"/>
                <a:cs typeface="Tahoma"/>
              </a:rPr>
              <a:t>Profiles</a:t>
            </a:r>
            <a:endParaRPr sz="1850">
              <a:latin typeface="Tahoma"/>
              <a:cs typeface="Tahoma"/>
            </a:endParaRPr>
          </a:p>
          <a:p>
            <a:pPr marL="12700" marR="5080">
              <a:lnSpc>
                <a:spcPct val="129299"/>
              </a:lnSpc>
              <a:spcBef>
                <a:spcPts val="70"/>
              </a:spcBef>
            </a:pPr>
            <a:r>
              <a:rPr dirty="0" sz="1450">
                <a:solidFill>
                  <a:srgbClr val="E4DFDE"/>
                </a:solidFill>
                <a:latin typeface="Roboto"/>
                <a:cs typeface="Roboto"/>
              </a:rPr>
              <a:t>Personalized</a:t>
            </a:r>
            <a:r>
              <a:rPr dirty="0" sz="1450" spc="1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50">
                <a:solidFill>
                  <a:srgbClr val="E4DFDE"/>
                </a:solidFill>
                <a:latin typeface="Roboto"/>
                <a:cs typeface="Roboto"/>
              </a:rPr>
              <a:t>by</a:t>
            </a:r>
            <a:r>
              <a:rPr dirty="0" sz="1450" spc="1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50">
                <a:solidFill>
                  <a:srgbClr val="E4DFDE"/>
                </a:solidFill>
                <a:latin typeface="Roboto"/>
                <a:cs typeface="Roboto"/>
              </a:rPr>
              <a:t>age,</a:t>
            </a:r>
            <a:r>
              <a:rPr dirty="0" sz="1450" spc="1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50">
                <a:solidFill>
                  <a:srgbClr val="E4DFDE"/>
                </a:solidFill>
                <a:latin typeface="Roboto"/>
                <a:cs typeface="Roboto"/>
              </a:rPr>
              <a:t>health</a:t>
            </a:r>
            <a:r>
              <a:rPr dirty="0" sz="1450" spc="1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50">
                <a:solidFill>
                  <a:srgbClr val="E4DFDE"/>
                </a:solidFill>
                <a:latin typeface="Roboto"/>
                <a:cs typeface="Roboto"/>
              </a:rPr>
              <a:t>conditions</a:t>
            </a:r>
            <a:r>
              <a:rPr dirty="0" sz="1450" spc="1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50">
                <a:solidFill>
                  <a:srgbClr val="E4DFDE"/>
                </a:solidFill>
                <a:latin typeface="Roboto"/>
                <a:cs typeface="Roboto"/>
              </a:rPr>
              <a:t>(asthma,</a:t>
            </a:r>
            <a:r>
              <a:rPr dirty="0" sz="1450" spc="1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50">
                <a:solidFill>
                  <a:srgbClr val="E4DFDE"/>
                </a:solidFill>
                <a:latin typeface="Roboto"/>
                <a:cs typeface="Roboto"/>
              </a:rPr>
              <a:t>allergies),</a:t>
            </a:r>
            <a:r>
              <a:rPr dirty="0" sz="1450" spc="1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50" spc="-25">
                <a:solidFill>
                  <a:srgbClr val="E4DFDE"/>
                </a:solidFill>
                <a:latin typeface="Roboto"/>
                <a:cs typeface="Roboto"/>
              </a:rPr>
              <a:t>and </a:t>
            </a:r>
            <a:r>
              <a:rPr dirty="0" sz="1450" spc="-10">
                <a:solidFill>
                  <a:srgbClr val="E4DFDE"/>
                </a:solidFill>
                <a:latin typeface="Roboto"/>
                <a:cs typeface="Roboto"/>
              </a:rPr>
              <a:t>occupation.</a:t>
            </a:r>
            <a:endParaRPr sz="145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01323" y="4654233"/>
            <a:ext cx="5161280" cy="1038225"/>
          </a:xfrm>
          <a:prstGeom prst="rect">
            <a:avLst/>
          </a:prstGeom>
        </p:spPr>
        <p:txBody>
          <a:bodyPr wrap="square" lIns="0" tIns="12318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dirty="0" sz="1850">
                <a:solidFill>
                  <a:srgbClr val="E4DFDE"/>
                </a:solidFill>
                <a:latin typeface="Tahoma"/>
                <a:cs typeface="Tahoma"/>
              </a:rPr>
              <a:t>Trend</a:t>
            </a:r>
            <a:r>
              <a:rPr dirty="0" sz="1850" spc="7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850" spc="35">
                <a:solidFill>
                  <a:srgbClr val="E4DFDE"/>
                </a:solidFill>
                <a:latin typeface="Tahoma"/>
                <a:cs typeface="Tahoma"/>
              </a:rPr>
              <a:t>Tracking</a:t>
            </a:r>
            <a:endParaRPr sz="1850">
              <a:latin typeface="Tahoma"/>
              <a:cs typeface="Tahoma"/>
            </a:endParaRPr>
          </a:p>
          <a:p>
            <a:pPr marL="12700" marR="5080">
              <a:lnSpc>
                <a:spcPct val="137900"/>
              </a:lnSpc>
              <a:spcBef>
                <a:spcPts val="70"/>
              </a:spcBef>
            </a:pPr>
            <a:r>
              <a:rPr dirty="0" sz="1450" spc="-125">
                <a:solidFill>
                  <a:srgbClr val="E4DFDE"/>
                </a:solidFill>
                <a:latin typeface="Roboto"/>
                <a:cs typeface="Roboto"/>
              </a:rPr>
              <a:t>7-</a:t>
            </a:r>
            <a:r>
              <a:rPr dirty="0" sz="1450">
                <a:solidFill>
                  <a:srgbClr val="E4DFDE"/>
                </a:solidFill>
                <a:latin typeface="Roboto"/>
                <a:cs typeface="Roboto"/>
              </a:rPr>
              <a:t>day alert</a:t>
            </a:r>
            <a:r>
              <a:rPr dirty="0" sz="1450" spc="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50">
                <a:solidFill>
                  <a:srgbClr val="E4DFDE"/>
                </a:solidFill>
                <a:latin typeface="Roboto"/>
                <a:cs typeface="Roboto"/>
              </a:rPr>
              <a:t>history</a:t>
            </a:r>
            <a:r>
              <a:rPr dirty="0" sz="1450" spc="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50">
                <a:solidFill>
                  <a:srgbClr val="E4DFDE"/>
                </a:solidFill>
                <a:latin typeface="Roboto"/>
                <a:cs typeface="Roboto"/>
              </a:rPr>
              <a:t>to</a:t>
            </a:r>
            <a:r>
              <a:rPr dirty="0" sz="1450" spc="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50">
                <a:solidFill>
                  <a:srgbClr val="E4DFDE"/>
                </a:solidFill>
                <a:latin typeface="Roboto"/>
                <a:cs typeface="Roboto"/>
              </a:rPr>
              <a:t>spot patterns</a:t>
            </a:r>
            <a:r>
              <a:rPr dirty="0" sz="1450" spc="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50">
                <a:solidFill>
                  <a:srgbClr val="E4DFDE"/>
                </a:solidFill>
                <a:latin typeface="Roboto"/>
                <a:cs typeface="Roboto"/>
              </a:rPr>
              <a:t>and</a:t>
            </a:r>
            <a:r>
              <a:rPr dirty="0" sz="1450" spc="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50">
                <a:solidFill>
                  <a:srgbClr val="E4DFDE"/>
                </a:solidFill>
                <a:latin typeface="Roboto"/>
                <a:cs typeface="Roboto"/>
              </a:rPr>
              <a:t>make</a:t>
            </a:r>
            <a:r>
              <a:rPr dirty="0" sz="1450" spc="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50">
                <a:solidFill>
                  <a:srgbClr val="E4DFDE"/>
                </a:solidFill>
                <a:latin typeface="Roboto"/>
                <a:cs typeface="Roboto"/>
              </a:rPr>
              <a:t>proactive </a:t>
            </a:r>
            <a:r>
              <a:rPr dirty="0" sz="1450" spc="-10">
                <a:solidFill>
                  <a:srgbClr val="E4DFDE"/>
                </a:solidFill>
                <a:latin typeface="Roboto"/>
                <a:cs typeface="Roboto"/>
              </a:rPr>
              <a:t>health decisions.</a:t>
            </a:r>
            <a:endParaRPr sz="145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66390" y="2637404"/>
            <a:ext cx="10450830" cy="2087245"/>
            <a:chOff x="866390" y="2637404"/>
            <a:chExt cx="10450830" cy="2087245"/>
          </a:xfrm>
        </p:grpSpPr>
        <p:sp>
          <p:nvSpPr>
            <p:cNvPr id="3" name="object 3"/>
            <p:cNvSpPr/>
            <p:nvPr/>
          </p:nvSpPr>
          <p:spPr>
            <a:xfrm>
              <a:off x="866390" y="2637404"/>
              <a:ext cx="2566670" cy="1063625"/>
            </a:xfrm>
            <a:custGeom>
              <a:avLst/>
              <a:gdLst/>
              <a:ahLst/>
              <a:cxnLst/>
              <a:rect l="l" t="t" r="r" b="b"/>
              <a:pathLst>
                <a:path w="2566670" h="1063625">
                  <a:moveTo>
                    <a:pt x="544067" y="952500"/>
                  </a:moveTo>
                  <a:lnTo>
                    <a:pt x="543735" y="930909"/>
                  </a:lnTo>
                  <a:lnTo>
                    <a:pt x="543646" y="908456"/>
                  </a:lnTo>
                  <a:lnTo>
                    <a:pt x="544542" y="874260"/>
                  </a:lnTo>
                  <a:lnTo>
                    <a:pt x="547288" y="833501"/>
                  </a:lnTo>
                  <a:lnTo>
                    <a:pt x="552249" y="787334"/>
                  </a:lnTo>
                  <a:lnTo>
                    <a:pt x="559232" y="741421"/>
                  </a:lnTo>
                  <a:lnTo>
                    <a:pt x="568523" y="694307"/>
                  </a:lnTo>
                  <a:lnTo>
                    <a:pt x="580290" y="646315"/>
                  </a:lnTo>
                  <a:lnTo>
                    <a:pt x="594699" y="597767"/>
                  </a:lnTo>
                  <a:lnTo>
                    <a:pt x="611917" y="548987"/>
                  </a:lnTo>
                  <a:lnTo>
                    <a:pt x="632111" y="500299"/>
                  </a:lnTo>
                  <a:lnTo>
                    <a:pt x="655447" y="452024"/>
                  </a:lnTo>
                  <a:lnTo>
                    <a:pt x="682093" y="404488"/>
                  </a:lnTo>
                  <a:lnTo>
                    <a:pt x="712215" y="358012"/>
                  </a:lnTo>
                  <a:lnTo>
                    <a:pt x="736350" y="325103"/>
                  </a:lnTo>
                  <a:lnTo>
                    <a:pt x="762438" y="293087"/>
                  </a:lnTo>
                  <a:lnTo>
                    <a:pt x="790425" y="262207"/>
                  </a:lnTo>
                  <a:lnTo>
                    <a:pt x="820703" y="232214"/>
                  </a:lnTo>
                  <a:lnTo>
                    <a:pt x="852995" y="203596"/>
                  </a:lnTo>
                  <a:lnTo>
                    <a:pt x="887471" y="176351"/>
                  </a:lnTo>
                  <a:lnTo>
                    <a:pt x="924186" y="150597"/>
                  </a:lnTo>
                  <a:lnTo>
                    <a:pt x="963200" y="126455"/>
                  </a:lnTo>
                  <a:lnTo>
                    <a:pt x="1004472" y="104097"/>
                  </a:lnTo>
                  <a:lnTo>
                    <a:pt x="1048351" y="83484"/>
                  </a:lnTo>
                  <a:lnTo>
                    <a:pt x="1094604" y="64895"/>
                  </a:lnTo>
                  <a:lnTo>
                    <a:pt x="1143385" y="48396"/>
                  </a:lnTo>
                  <a:lnTo>
                    <a:pt x="1194751" y="34107"/>
                  </a:lnTo>
                  <a:lnTo>
                    <a:pt x="1248760" y="22147"/>
                  </a:lnTo>
                  <a:lnTo>
                    <a:pt x="1305470" y="12637"/>
                  </a:lnTo>
                  <a:lnTo>
                    <a:pt x="1364937" y="5696"/>
                  </a:lnTo>
                  <a:lnTo>
                    <a:pt x="1427220" y="1444"/>
                  </a:lnTo>
                  <a:lnTo>
                    <a:pt x="1492376" y="0"/>
                  </a:lnTo>
                  <a:lnTo>
                    <a:pt x="1492249" y="41910"/>
                  </a:lnTo>
                  <a:lnTo>
                    <a:pt x="1429676" y="43291"/>
                  </a:lnTo>
                  <a:lnTo>
                    <a:pt x="1429463" y="43291"/>
                  </a:lnTo>
                  <a:lnTo>
                    <a:pt x="1369622" y="47358"/>
                  </a:lnTo>
                  <a:lnTo>
                    <a:pt x="1369455" y="47358"/>
                  </a:lnTo>
                  <a:lnTo>
                    <a:pt x="1312411" y="53989"/>
                  </a:lnTo>
                  <a:lnTo>
                    <a:pt x="1312253" y="53989"/>
                  </a:lnTo>
                  <a:lnTo>
                    <a:pt x="1257943" y="63067"/>
                  </a:lnTo>
                  <a:lnTo>
                    <a:pt x="1257789" y="63067"/>
                  </a:lnTo>
                  <a:lnTo>
                    <a:pt x="1205414" y="74635"/>
                  </a:lnTo>
                  <a:lnTo>
                    <a:pt x="1156141" y="88316"/>
                  </a:lnTo>
                  <a:lnTo>
                    <a:pt x="1109428" y="104097"/>
                  </a:lnTo>
                  <a:lnTo>
                    <a:pt x="1065212" y="121857"/>
                  </a:lnTo>
                  <a:lnTo>
                    <a:pt x="1023429" y="141478"/>
                  </a:lnTo>
                  <a:lnTo>
                    <a:pt x="984017" y="162838"/>
                  </a:lnTo>
                  <a:lnTo>
                    <a:pt x="946912" y="185820"/>
                  </a:lnTo>
                  <a:lnTo>
                    <a:pt x="912052" y="210302"/>
                  </a:lnTo>
                  <a:lnTo>
                    <a:pt x="879374" y="236166"/>
                  </a:lnTo>
                  <a:lnTo>
                    <a:pt x="848815" y="263291"/>
                  </a:lnTo>
                  <a:lnTo>
                    <a:pt x="820311" y="291559"/>
                  </a:lnTo>
                  <a:lnTo>
                    <a:pt x="793800" y="320848"/>
                  </a:lnTo>
                  <a:lnTo>
                    <a:pt x="769219" y="351040"/>
                  </a:lnTo>
                  <a:lnTo>
                    <a:pt x="746505" y="382015"/>
                  </a:lnTo>
                  <a:lnTo>
                    <a:pt x="715569" y="430061"/>
                  </a:lnTo>
                  <a:lnTo>
                    <a:pt x="688479" y="479318"/>
                  </a:lnTo>
                  <a:lnTo>
                    <a:pt x="665039" y="529389"/>
                  </a:lnTo>
                  <a:lnTo>
                    <a:pt x="645051" y="579877"/>
                  </a:lnTo>
                  <a:lnTo>
                    <a:pt x="628320" y="630384"/>
                  </a:lnTo>
                  <a:lnTo>
                    <a:pt x="614648" y="680513"/>
                  </a:lnTo>
                  <a:lnTo>
                    <a:pt x="603838" y="729867"/>
                  </a:lnTo>
                  <a:lnTo>
                    <a:pt x="595695" y="778048"/>
                  </a:lnTo>
                  <a:lnTo>
                    <a:pt x="590142" y="823670"/>
                  </a:lnTo>
                  <a:lnTo>
                    <a:pt x="586660" y="868785"/>
                  </a:lnTo>
                  <a:lnTo>
                    <a:pt x="586620" y="869304"/>
                  </a:lnTo>
                  <a:lnTo>
                    <a:pt x="585394" y="908456"/>
                  </a:lnTo>
                  <a:lnTo>
                    <a:pt x="585446" y="922273"/>
                  </a:lnTo>
                  <a:lnTo>
                    <a:pt x="585567" y="930909"/>
                  </a:lnTo>
                  <a:lnTo>
                    <a:pt x="564895" y="930909"/>
                  </a:lnTo>
                  <a:lnTo>
                    <a:pt x="564895" y="951864"/>
                  </a:lnTo>
                  <a:lnTo>
                    <a:pt x="561543" y="951864"/>
                  </a:lnTo>
                  <a:lnTo>
                    <a:pt x="544067" y="952500"/>
                  </a:lnTo>
                  <a:close/>
                </a:path>
                <a:path w="2566670" h="1063625">
                  <a:moveTo>
                    <a:pt x="2412491" y="922273"/>
                  </a:moveTo>
                  <a:lnTo>
                    <a:pt x="2390612" y="900395"/>
                  </a:lnTo>
                  <a:lnTo>
                    <a:pt x="2389114" y="869304"/>
                  </a:lnTo>
                  <a:lnTo>
                    <a:pt x="2389089" y="868785"/>
                  </a:lnTo>
                  <a:lnTo>
                    <a:pt x="2385436" y="824660"/>
                  </a:lnTo>
                  <a:lnTo>
                    <a:pt x="2385354" y="823670"/>
                  </a:lnTo>
                  <a:lnTo>
                    <a:pt x="2379711" y="776689"/>
                  </a:lnTo>
                  <a:lnTo>
                    <a:pt x="2371918" y="728232"/>
                  </a:lnTo>
                  <a:lnTo>
                    <a:pt x="2361738" y="678687"/>
                  </a:lnTo>
                  <a:lnTo>
                    <a:pt x="2348931" y="628444"/>
                  </a:lnTo>
                  <a:lnTo>
                    <a:pt x="2333257" y="577892"/>
                  </a:lnTo>
                  <a:lnTo>
                    <a:pt x="2314477" y="527419"/>
                  </a:lnTo>
                  <a:lnTo>
                    <a:pt x="2292351" y="477414"/>
                  </a:lnTo>
                  <a:lnTo>
                    <a:pt x="2266639" y="428266"/>
                  </a:lnTo>
                  <a:lnTo>
                    <a:pt x="2237104" y="380365"/>
                  </a:lnTo>
                  <a:lnTo>
                    <a:pt x="2191629" y="319488"/>
                  </a:lnTo>
                  <a:lnTo>
                    <a:pt x="2165975" y="290339"/>
                  </a:lnTo>
                  <a:lnTo>
                    <a:pt x="2138274" y="262207"/>
                  </a:lnTo>
                  <a:lnTo>
                    <a:pt x="2108448" y="235213"/>
                  </a:lnTo>
                  <a:lnTo>
                    <a:pt x="2076421" y="209474"/>
                  </a:lnTo>
                  <a:lnTo>
                    <a:pt x="2042114" y="185111"/>
                  </a:lnTo>
                  <a:lnTo>
                    <a:pt x="2005452" y="162242"/>
                  </a:lnTo>
                  <a:lnTo>
                    <a:pt x="1966356" y="140985"/>
                  </a:lnTo>
                  <a:lnTo>
                    <a:pt x="1924749" y="121461"/>
                  </a:lnTo>
                  <a:lnTo>
                    <a:pt x="1880555" y="103788"/>
                  </a:lnTo>
                  <a:lnTo>
                    <a:pt x="1833695" y="88086"/>
                  </a:lnTo>
                  <a:lnTo>
                    <a:pt x="1784094" y="74472"/>
                  </a:lnTo>
                  <a:lnTo>
                    <a:pt x="1731673" y="63067"/>
                  </a:lnTo>
                  <a:lnTo>
                    <a:pt x="1676355" y="53989"/>
                  </a:lnTo>
                  <a:lnTo>
                    <a:pt x="1618063" y="47358"/>
                  </a:lnTo>
                  <a:lnTo>
                    <a:pt x="1556720" y="43291"/>
                  </a:lnTo>
                  <a:lnTo>
                    <a:pt x="1492376" y="41910"/>
                  </a:lnTo>
                  <a:lnTo>
                    <a:pt x="1492376" y="127"/>
                  </a:lnTo>
                  <a:lnTo>
                    <a:pt x="1553469" y="1444"/>
                  </a:lnTo>
                  <a:lnTo>
                    <a:pt x="1557178" y="1444"/>
                  </a:lnTo>
                  <a:lnTo>
                    <a:pt x="1621027" y="5696"/>
                  </a:lnTo>
                  <a:lnTo>
                    <a:pt x="1621606" y="5696"/>
                  </a:lnTo>
                  <a:lnTo>
                    <a:pt x="1682379" y="12637"/>
                  </a:lnTo>
                  <a:lnTo>
                    <a:pt x="1682518" y="12637"/>
                  </a:lnTo>
                  <a:lnTo>
                    <a:pt x="1740286" y="22147"/>
                  </a:lnTo>
                  <a:lnTo>
                    <a:pt x="1795061" y="34107"/>
                  </a:lnTo>
                  <a:lnTo>
                    <a:pt x="1846541" y="48260"/>
                  </a:lnTo>
                  <a:lnTo>
                    <a:pt x="1895495" y="64681"/>
                  </a:lnTo>
                  <a:lnTo>
                    <a:pt x="1941760" y="83188"/>
                  </a:lnTo>
                  <a:lnTo>
                    <a:pt x="1985636" y="103788"/>
                  </a:lnTo>
                  <a:lnTo>
                    <a:pt x="2026503" y="125990"/>
                  </a:lnTo>
                  <a:lnTo>
                    <a:pt x="2065123" y="150050"/>
                  </a:lnTo>
                  <a:lnTo>
                    <a:pt x="2101336" y="175725"/>
                  </a:lnTo>
                  <a:lnTo>
                    <a:pt x="2135213" y="202899"/>
                  </a:lnTo>
                  <a:lnTo>
                    <a:pt x="2166824" y="231453"/>
                  </a:lnTo>
                  <a:lnTo>
                    <a:pt x="2196241" y="261270"/>
                  </a:lnTo>
                  <a:lnTo>
                    <a:pt x="2223533" y="292233"/>
                  </a:lnTo>
                  <a:lnTo>
                    <a:pt x="2248773" y="324223"/>
                  </a:lnTo>
                  <a:lnTo>
                    <a:pt x="2272029" y="357124"/>
                  </a:lnTo>
                  <a:lnTo>
                    <a:pt x="2300848" y="403545"/>
                  </a:lnTo>
                  <a:lnTo>
                    <a:pt x="2326187" y="451037"/>
                  </a:lnTo>
                  <a:lnTo>
                    <a:pt x="2348251" y="499277"/>
                  </a:lnTo>
                  <a:lnTo>
                    <a:pt x="2367244" y="547943"/>
                  </a:lnTo>
                  <a:lnTo>
                    <a:pt x="2383371" y="596712"/>
                  </a:lnTo>
                  <a:lnTo>
                    <a:pt x="2396835" y="645261"/>
                  </a:lnTo>
                  <a:lnTo>
                    <a:pt x="2407841" y="693269"/>
                  </a:lnTo>
                  <a:lnTo>
                    <a:pt x="2416594" y="740411"/>
                  </a:lnTo>
                  <a:lnTo>
                    <a:pt x="2423297" y="786366"/>
                  </a:lnTo>
                  <a:lnTo>
                    <a:pt x="2428154" y="830812"/>
                  </a:lnTo>
                  <a:lnTo>
                    <a:pt x="2431340" y="873013"/>
                  </a:lnTo>
                  <a:lnTo>
                    <a:pt x="2432635" y="902129"/>
                  </a:lnTo>
                  <a:lnTo>
                    <a:pt x="2412491" y="922273"/>
                  </a:lnTo>
                  <a:close/>
                </a:path>
                <a:path w="2566670" h="1063625">
                  <a:moveTo>
                    <a:pt x="2412554" y="972692"/>
                  </a:moveTo>
                  <a:lnTo>
                    <a:pt x="2264536" y="833501"/>
                  </a:lnTo>
                  <a:lnTo>
                    <a:pt x="2258440" y="818705"/>
                  </a:lnTo>
                  <a:lnTo>
                    <a:pt x="2259964" y="810819"/>
                  </a:lnTo>
                  <a:lnTo>
                    <a:pt x="2264536" y="803909"/>
                  </a:lnTo>
                  <a:lnTo>
                    <a:pt x="2271445" y="799337"/>
                  </a:lnTo>
                  <a:lnTo>
                    <a:pt x="2279331" y="797814"/>
                  </a:lnTo>
                  <a:lnTo>
                    <a:pt x="2287217" y="799337"/>
                  </a:lnTo>
                  <a:lnTo>
                    <a:pt x="2294127" y="803909"/>
                  </a:lnTo>
                  <a:lnTo>
                    <a:pt x="2390612" y="900395"/>
                  </a:lnTo>
                  <a:lnTo>
                    <a:pt x="2391155" y="911646"/>
                  </a:lnTo>
                  <a:lnTo>
                    <a:pt x="2391778" y="951105"/>
                  </a:lnTo>
                  <a:lnTo>
                    <a:pt x="2391790" y="951864"/>
                  </a:lnTo>
                  <a:lnTo>
                    <a:pt x="2442082" y="951864"/>
                  </a:lnTo>
                  <a:lnTo>
                    <a:pt x="2427597" y="966349"/>
                  </a:lnTo>
                  <a:lnTo>
                    <a:pt x="2427254" y="966659"/>
                  </a:lnTo>
                  <a:lnTo>
                    <a:pt x="2420440" y="971168"/>
                  </a:lnTo>
                  <a:lnTo>
                    <a:pt x="2412554" y="972692"/>
                  </a:lnTo>
                  <a:close/>
                </a:path>
                <a:path w="2566670" h="1063625">
                  <a:moveTo>
                    <a:pt x="2442082" y="951864"/>
                  </a:moveTo>
                  <a:lnTo>
                    <a:pt x="2433700" y="951864"/>
                  </a:lnTo>
                  <a:lnTo>
                    <a:pt x="2433397" y="930909"/>
                  </a:lnTo>
                  <a:lnTo>
                    <a:pt x="2433273" y="922273"/>
                  </a:lnTo>
                  <a:lnTo>
                    <a:pt x="2433152" y="913883"/>
                  </a:lnTo>
                  <a:lnTo>
                    <a:pt x="2432635" y="902129"/>
                  </a:lnTo>
                  <a:lnTo>
                    <a:pt x="2530855" y="803909"/>
                  </a:lnTo>
                  <a:lnTo>
                    <a:pt x="2537764" y="799337"/>
                  </a:lnTo>
                  <a:lnTo>
                    <a:pt x="2545650" y="797814"/>
                  </a:lnTo>
                  <a:lnTo>
                    <a:pt x="2553536" y="799337"/>
                  </a:lnTo>
                  <a:lnTo>
                    <a:pt x="2560446" y="803909"/>
                  </a:lnTo>
                  <a:lnTo>
                    <a:pt x="2565018" y="810819"/>
                  </a:lnTo>
                  <a:lnTo>
                    <a:pt x="2566542" y="818705"/>
                  </a:lnTo>
                  <a:lnTo>
                    <a:pt x="2565018" y="826591"/>
                  </a:lnTo>
                  <a:lnTo>
                    <a:pt x="2560446" y="833501"/>
                  </a:lnTo>
                  <a:lnTo>
                    <a:pt x="2442082" y="951864"/>
                  </a:lnTo>
                  <a:close/>
                </a:path>
                <a:path w="2566670" h="1063625">
                  <a:moveTo>
                    <a:pt x="111505" y="1063370"/>
                  </a:moveTo>
                  <a:lnTo>
                    <a:pt x="68097" y="1054609"/>
                  </a:lnTo>
                  <a:lnTo>
                    <a:pt x="32654" y="1030715"/>
                  </a:lnTo>
                  <a:lnTo>
                    <a:pt x="8761" y="995272"/>
                  </a:lnTo>
                  <a:lnTo>
                    <a:pt x="0" y="951864"/>
                  </a:lnTo>
                  <a:lnTo>
                    <a:pt x="8761" y="908456"/>
                  </a:lnTo>
                  <a:lnTo>
                    <a:pt x="32654" y="873013"/>
                  </a:lnTo>
                  <a:lnTo>
                    <a:pt x="68097" y="849119"/>
                  </a:lnTo>
                  <a:lnTo>
                    <a:pt x="111505" y="840358"/>
                  </a:lnTo>
                  <a:lnTo>
                    <a:pt x="154914" y="849119"/>
                  </a:lnTo>
                  <a:lnTo>
                    <a:pt x="190357" y="873013"/>
                  </a:lnTo>
                  <a:lnTo>
                    <a:pt x="214250" y="908456"/>
                  </a:lnTo>
                  <a:lnTo>
                    <a:pt x="218782" y="930909"/>
                  </a:lnTo>
                  <a:lnTo>
                    <a:pt x="111633" y="930909"/>
                  </a:lnTo>
                  <a:lnTo>
                    <a:pt x="111633" y="972819"/>
                  </a:lnTo>
                  <a:lnTo>
                    <a:pt x="218782" y="972819"/>
                  </a:lnTo>
                  <a:lnTo>
                    <a:pt x="214250" y="995272"/>
                  </a:lnTo>
                  <a:lnTo>
                    <a:pt x="190357" y="1030715"/>
                  </a:lnTo>
                  <a:lnTo>
                    <a:pt x="154914" y="1054609"/>
                  </a:lnTo>
                  <a:lnTo>
                    <a:pt x="111505" y="1063370"/>
                  </a:lnTo>
                  <a:close/>
                </a:path>
                <a:path w="2566670" h="1063625">
                  <a:moveTo>
                    <a:pt x="2433700" y="951864"/>
                  </a:moveTo>
                  <a:lnTo>
                    <a:pt x="2391790" y="951864"/>
                  </a:lnTo>
                  <a:lnTo>
                    <a:pt x="2391190" y="913883"/>
                  </a:lnTo>
                  <a:lnTo>
                    <a:pt x="2391155" y="911646"/>
                  </a:lnTo>
                  <a:lnTo>
                    <a:pt x="2390696" y="902129"/>
                  </a:lnTo>
                  <a:lnTo>
                    <a:pt x="2390612" y="900395"/>
                  </a:lnTo>
                  <a:lnTo>
                    <a:pt x="2412491" y="922273"/>
                  </a:lnTo>
                  <a:lnTo>
                    <a:pt x="2433273" y="922273"/>
                  </a:lnTo>
                  <a:lnTo>
                    <a:pt x="2433689" y="951105"/>
                  </a:lnTo>
                  <a:lnTo>
                    <a:pt x="2433700" y="951864"/>
                  </a:lnTo>
                  <a:close/>
                </a:path>
                <a:path w="2566670" h="1063625">
                  <a:moveTo>
                    <a:pt x="2433273" y="922273"/>
                  </a:moveTo>
                  <a:lnTo>
                    <a:pt x="2412491" y="922273"/>
                  </a:lnTo>
                  <a:lnTo>
                    <a:pt x="2432635" y="902129"/>
                  </a:lnTo>
                  <a:lnTo>
                    <a:pt x="2433053" y="911646"/>
                  </a:lnTo>
                  <a:lnTo>
                    <a:pt x="2433152" y="913883"/>
                  </a:lnTo>
                  <a:lnTo>
                    <a:pt x="2433273" y="922273"/>
                  </a:lnTo>
                  <a:close/>
                </a:path>
                <a:path w="2566670" h="1063625">
                  <a:moveTo>
                    <a:pt x="218782" y="972819"/>
                  </a:moveTo>
                  <a:lnTo>
                    <a:pt x="111633" y="972819"/>
                  </a:lnTo>
                  <a:lnTo>
                    <a:pt x="111633" y="930909"/>
                  </a:lnTo>
                  <a:lnTo>
                    <a:pt x="218782" y="930909"/>
                  </a:lnTo>
                  <a:lnTo>
                    <a:pt x="223011" y="951864"/>
                  </a:lnTo>
                  <a:lnTo>
                    <a:pt x="218808" y="972692"/>
                  </a:lnTo>
                  <a:lnTo>
                    <a:pt x="218782" y="972819"/>
                  </a:lnTo>
                  <a:close/>
                </a:path>
                <a:path w="2566670" h="1063625">
                  <a:moveTo>
                    <a:pt x="564768" y="972819"/>
                  </a:moveTo>
                  <a:lnTo>
                    <a:pt x="218782" y="972819"/>
                  </a:lnTo>
                  <a:lnTo>
                    <a:pt x="223011" y="951864"/>
                  </a:lnTo>
                  <a:lnTo>
                    <a:pt x="218782" y="930909"/>
                  </a:lnTo>
                  <a:lnTo>
                    <a:pt x="543735" y="930909"/>
                  </a:lnTo>
                  <a:lnTo>
                    <a:pt x="544046" y="951105"/>
                  </a:lnTo>
                  <a:lnTo>
                    <a:pt x="544067" y="952500"/>
                  </a:lnTo>
                  <a:lnTo>
                    <a:pt x="564768" y="952500"/>
                  </a:lnTo>
                  <a:lnTo>
                    <a:pt x="564768" y="972819"/>
                  </a:lnTo>
                  <a:close/>
                </a:path>
                <a:path w="2566670" h="1063625">
                  <a:moveTo>
                    <a:pt x="564768" y="951864"/>
                  </a:moveTo>
                  <a:lnTo>
                    <a:pt x="564895" y="930909"/>
                  </a:lnTo>
                  <a:lnTo>
                    <a:pt x="585567" y="930909"/>
                  </a:lnTo>
                  <a:lnTo>
                    <a:pt x="585850" y="951105"/>
                  </a:lnTo>
                  <a:lnTo>
                    <a:pt x="564768" y="951864"/>
                  </a:lnTo>
                  <a:close/>
                </a:path>
                <a:path w="2566670" h="1063625">
                  <a:moveTo>
                    <a:pt x="586485" y="972819"/>
                  </a:moveTo>
                  <a:lnTo>
                    <a:pt x="564895" y="972819"/>
                  </a:lnTo>
                  <a:lnTo>
                    <a:pt x="564895" y="951864"/>
                  </a:lnTo>
                  <a:lnTo>
                    <a:pt x="585896" y="951105"/>
                  </a:lnTo>
                  <a:lnTo>
                    <a:pt x="585772" y="952500"/>
                  </a:lnTo>
                  <a:lnTo>
                    <a:pt x="586427" y="971168"/>
                  </a:lnTo>
                  <a:lnTo>
                    <a:pt x="586485" y="972819"/>
                  </a:lnTo>
                  <a:close/>
                </a:path>
                <a:path w="2566670" h="1063625">
                  <a:moveTo>
                    <a:pt x="564895" y="952500"/>
                  </a:moveTo>
                  <a:lnTo>
                    <a:pt x="544067" y="952500"/>
                  </a:lnTo>
                  <a:lnTo>
                    <a:pt x="561543" y="951864"/>
                  </a:lnTo>
                  <a:lnTo>
                    <a:pt x="564768" y="951864"/>
                  </a:lnTo>
                  <a:lnTo>
                    <a:pt x="564895" y="952500"/>
                  </a:lnTo>
                  <a:close/>
                </a:path>
                <a:path w="2566670" h="1063625">
                  <a:moveTo>
                    <a:pt x="2397854" y="966659"/>
                  </a:moveTo>
                  <a:lnTo>
                    <a:pt x="2397695" y="966659"/>
                  </a:lnTo>
                  <a:lnTo>
                    <a:pt x="2397385" y="966349"/>
                  </a:lnTo>
                  <a:lnTo>
                    <a:pt x="2397854" y="966659"/>
                  </a:lnTo>
                  <a:close/>
                </a:path>
              </a:pathLst>
            </a:custGeom>
            <a:solidFill>
              <a:srgbClr val="CA4F0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3258055" y="3735827"/>
              <a:ext cx="2023110" cy="988694"/>
            </a:xfrm>
            <a:custGeom>
              <a:avLst/>
              <a:gdLst/>
              <a:ahLst/>
              <a:cxnLst/>
              <a:rect l="l" t="t" r="r" b="b"/>
              <a:pathLst>
                <a:path w="2023110" h="988695">
                  <a:moveTo>
                    <a:pt x="1735642" y="174878"/>
                  </a:moveTo>
                  <a:lnTo>
                    <a:pt x="1727757" y="173354"/>
                  </a:lnTo>
                  <a:lnTo>
                    <a:pt x="1720847" y="168782"/>
                  </a:lnTo>
                  <a:lnTo>
                    <a:pt x="1716275" y="161873"/>
                  </a:lnTo>
                  <a:lnTo>
                    <a:pt x="1714751" y="153987"/>
                  </a:lnTo>
                  <a:lnTo>
                    <a:pt x="1716275" y="146101"/>
                  </a:lnTo>
                  <a:lnTo>
                    <a:pt x="1720847" y="139191"/>
                  </a:lnTo>
                  <a:lnTo>
                    <a:pt x="1853884" y="6154"/>
                  </a:lnTo>
                  <a:lnTo>
                    <a:pt x="1860852" y="1524"/>
                  </a:lnTo>
                  <a:lnTo>
                    <a:pt x="1868738" y="0"/>
                  </a:lnTo>
                  <a:lnTo>
                    <a:pt x="1876624" y="1524"/>
                  </a:lnTo>
                  <a:lnTo>
                    <a:pt x="1883719" y="6154"/>
                  </a:lnTo>
                  <a:lnTo>
                    <a:pt x="1898519" y="20954"/>
                  </a:lnTo>
                  <a:lnTo>
                    <a:pt x="1847847" y="20954"/>
                  </a:lnTo>
                  <a:lnTo>
                    <a:pt x="1847171" y="57398"/>
                  </a:lnTo>
                  <a:lnTo>
                    <a:pt x="1847132" y="59470"/>
                  </a:lnTo>
                  <a:lnTo>
                    <a:pt x="1846402" y="72818"/>
                  </a:lnTo>
                  <a:lnTo>
                    <a:pt x="1750438" y="168782"/>
                  </a:lnTo>
                  <a:lnTo>
                    <a:pt x="1743528" y="173354"/>
                  </a:lnTo>
                  <a:lnTo>
                    <a:pt x="1735642" y="174878"/>
                  </a:lnTo>
                  <a:close/>
                </a:path>
                <a:path w="2023110" h="988695">
                  <a:moveTo>
                    <a:pt x="951862" y="988313"/>
                  </a:moveTo>
                  <a:lnTo>
                    <a:pt x="888672" y="987001"/>
                  </a:lnTo>
                  <a:lnTo>
                    <a:pt x="828242" y="983134"/>
                  </a:lnTo>
                  <a:lnTo>
                    <a:pt x="770513" y="976814"/>
                  </a:lnTo>
                  <a:lnTo>
                    <a:pt x="715429" y="968142"/>
                  </a:lnTo>
                  <a:lnTo>
                    <a:pt x="662931" y="957221"/>
                  </a:lnTo>
                  <a:lnTo>
                    <a:pt x="612960" y="944153"/>
                  </a:lnTo>
                  <a:lnTo>
                    <a:pt x="565460" y="929041"/>
                  </a:lnTo>
                  <a:lnTo>
                    <a:pt x="520371" y="911985"/>
                  </a:lnTo>
                  <a:lnTo>
                    <a:pt x="477637" y="893089"/>
                  </a:lnTo>
                  <a:lnTo>
                    <a:pt x="437198" y="872454"/>
                  </a:lnTo>
                  <a:lnTo>
                    <a:pt x="398997" y="850183"/>
                  </a:lnTo>
                  <a:lnTo>
                    <a:pt x="362977" y="826377"/>
                  </a:lnTo>
                  <a:lnTo>
                    <a:pt x="329078" y="801139"/>
                  </a:lnTo>
                  <a:lnTo>
                    <a:pt x="297244" y="774570"/>
                  </a:lnTo>
                  <a:lnTo>
                    <a:pt x="267416" y="746773"/>
                  </a:lnTo>
                  <a:lnTo>
                    <a:pt x="239535" y="717851"/>
                  </a:lnTo>
                  <a:lnTo>
                    <a:pt x="213545" y="687904"/>
                  </a:lnTo>
                  <a:lnTo>
                    <a:pt x="189387" y="657036"/>
                  </a:lnTo>
                  <a:lnTo>
                    <a:pt x="167002" y="625347"/>
                  </a:lnTo>
                  <a:lnTo>
                    <a:pt x="137570" y="578183"/>
                  </a:lnTo>
                  <a:lnTo>
                    <a:pt x="111623" y="529929"/>
                  </a:lnTo>
                  <a:lnTo>
                    <a:pt x="88967" y="480914"/>
                  </a:lnTo>
                  <a:lnTo>
                    <a:pt x="69403" y="431464"/>
                  </a:lnTo>
                  <a:lnTo>
                    <a:pt x="52735" y="381907"/>
                  </a:lnTo>
                  <a:lnTo>
                    <a:pt x="38766" y="332570"/>
                  </a:lnTo>
                  <a:lnTo>
                    <a:pt x="27298" y="283779"/>
                  </a:lnTo>
                  <a:lnTo>
                    <a:pt x="18136" y="235861"/>
                  </a:lnTo>
                  <a:lnTo>
                    <a:pt x="11081" y="189145"/>
                  </a:lnTo>
                  <a:lnTo>
                    <a:pt x="5936" y="143956"/>
                  </a:lnTo>
                  <a:lnTo>
                    <a:pt x="2506" y="100622"/>
                  </a:lnTo>
                  <a:lnTo>
                    <a:pt x="695" y="61682"/>
                  </a:lnTo>
                  <a:lnTo>
                    <a:pt x="592" y="59470"/>
                  </a:lnTo>
                  <a:lnTo>
                    <a:pt x="0" y="20954"/>
                  </a:lnTo>
                  <a:lnTo>
                    <a:pt x="41909" y="20954"/>
                  </a:lnTo>
                  <a:lnTo>
                    <a:pt x="42405" y="50419"/>
                  </a:lnTo>
                  <a:lnTo>
                    <a:pt x="42522" y="57398"/>
                  </a:lnTo>
                  <a:lnTo>
                    <a:pt x="44808" y="105239"/>
                  </a:lnTo>
                  <a:lnTo>
                    <a:pt x="48781" y="151104"/>
                  </a:lnTo>
                  <a:lnTo>
                    <a:pt x="54744" y="198877"/>
                  </a:lnTo>
                  <a:lnTo>
                    <a:pt x="62927" y="248161"/>
                  </a:lnTo>
                  <a:lnTo>
                    <a:pt x="73562" y="298560"/>
                  </a:lnTo>
                  <a:lnTo>
                    <a:pt x="86880" y="349677"/>
                  </a:lnTo>
                  <a:lnTo>
                    <a:pt x="103112" y="401112"/>
                  </a:lnTo>
                  <a:lnTo>
                    <a:pt x="122489" y="452471"/>
                  </a:lnTo>
                  <a:lnTo>
                    <a:pt x="145242" y="503354"/>
                  </a:lnTo>
                  <a:lnTo>
                    <a:pt x="171602" y="553365"/>
                  </a:lnTo>
                  <a:lnTo>
                    <a:pt x="201800" y="602106"/>
                  </a:lnTo>
                  <a:lnTo>
                    <a:pt x="224035" y="633497"/>
                  </a:lnTo>
                  <a:lnTo>
                    <a:pt x="248160" y="664091"/>
                  </a:lnTo>
                  <a:lnTo>
                    <a:pt x="274250" y="693765"/>
                  </a:lnTo>
                  <a:lnTo>
                    <a:pt x="302378" y="722400"/>
                  </a:lnTo>
                  <a:lnTo>
                    <a:pt x="332619" y="749874"/>
                  </a:lnTo>
                  <a:lnTo>
                    <a:pt x="365047" y="776068"/>
                  </a:lnTo>
                  <a:lnTo>
                    <a:pt x="399737" y="800860"/>
                  </a:lnTo>
                  <a:lnTo>
                    <a:pt x="436763" y="824129"/>
                  </a:lnTo>
                  <a:lnTo>
                    <a:pt x="476200" y="845756"/>
                  </a:lnTo>
                  <a:lnTo>
                    <a:pt x="518121" y="865618"/>
                  </a:lnTo>
                  <a:lnTo>
                    <a:pt x="562601" y="883596"/>
                  </a:lnTo>
                  <a:lnTo>
                    <a:pt x="609715" y="899568"/>
                  </a:lnTo>
                  <a:lnTo>
                    <a:pt x="659536" y="913415"/>
                  </a:lnTo>
                  <a:lnTo>
                    <a:pt x="712140" y="925014"/>
                  </a:lnTo>
                  <a:lnTo>
                    <a:pt x="767600" y="934247"/>
                  </a:lnTo>
                  <a:lnTo>
                    <a:pt x="825991" y="940990"/>
                  </a:lnTo>
                  <a:lnTo>
                    <a:pt x="887387" y="945125"/>
                  </a:lnTo>
                  <a:lnTo>
                    <a:pt x="951862" y="946530"/>
                  </a:lnTo>
                  <a:lnTo>
                    <a:pt x="951862" y="988313"/>
                  </a:lnTo>
                  <a:close/>
                </a:path>
                <a:path w="2023110" h="988695">
                  <a:moveTo>
                    <a:pt x="1846402" y="72818"/>
                  </a:moveTo>
                  <a:lnTo>
                    <a:pt x="1847011" y="61682"/>
                  </a:lnTo>
                  <a:lnTo>
                    <a:pt x="1847132" y="59470"/>
                  </a:lnTo>
                  <a:lnTo>
                    <a:pt x="1847847" y="20954"/>
                  </a:lnTo>
                  <a:lnTo>
                    <a:pt x="1889630" y="20954"/>
                  </a:lnTo>
                  <a:lnTo>
                    <a:pt x="1889132" y="50419"/>
                  </a:lnTo>
                  <a:lnTo>
                    <a:pt x="1868802" y="50419"/>
                  </a:lnTo>
                  <a:lnTo>
                    <a:pt x="1846402" y="72818"/>
                  </a:lnTo>
                  <a:close/>
                </a:path>
                <a:path w="2023110" h="988695">
                  <a:moveTo>
                    <a:pt x="2001961" y="174878"/>
                  </a:moveTo>
                  <a:lnTo>
                    <a:pt x="1994075" y="173354"/>
                  </a:lnTo>
                  <a:lnTo>
                    <a:pt x="1987166" y="168782"/>
                  </a:lnTo>
                  <a:lnTo>
                    <a:pt x="1888383" y="70000"/>
                  </a:lnTo>
                  <a:lnTo>
                    <a:pt x="1888800" y="61682"/>
                  </a:lnTo>
                  <a:lnTo>
                    <a:pt x="1888911" y="59470"/>
                  </a:lnTo>
                  <a:lnTo>
                    <a:pt x="1889015" y="57398"/>
                  </a:lnTo>
                  <a:lnTo>
                    <a:pt x="1889630" y="20954"/>
                  </a:lnTo>
                  <a:lnTo>
                    <a:pt x="1898519" y="20954"/>
                  </a:lnTo>
                  <a:lnTo>
                    <a:pt x="2016757" y="139191"/>
                  </a:lnTo>
                  <a:lnTo>
                    <a:pt x="2021329" y="146101"/>
                  </a:lnTo>
                  <a:lnTo>
                    <a:pt x="2022853" y="153987"/>
                  </a:lnTo>
                  <a:lnTo>
                    <a:pt x="2021329" y="161873"/>
                  </a:lnTo>
                  <a:lnTo>
                    <a:pt x="2016757" y="168782"/>
                  </a:lnTo>
                  <a:lnTo>
                    <a:pt x="2009847" y="173354"/>
                  </a:lnTo>
                  <a:lnTo>
                    <a:pt x="2001961" y="174878"/>
                  </a:lnTo>
                  <a:close/>
                </a:path>
                <a:path w="2023110" h="988695">
                  <a:moveTo>
                    <a:pt x="951862" y="988567"/>
                  </a:moveTo>
                  <a:lnTo>
                    <a:pt x="951862" y="946530"/>
                  </a:lnTo>
                  <a:lnTo>
                    <a:pt x="1012876" y="945125"/>
                  </a:lnTo>
                  <a:lnTo>
                    <a:pt x="1014154" y="945125"/>
                  </a:lnTo>
                  <a:lnTo>
                    <a:pt x="1074704" y="940821"/>
                  </a:lnTo>
                  <a:lnTo>
                    <a:pt x="1131746" y="933876"/>
                  </a:lnTo>
                  <a:lnTo>
                    <a:pt x="1185964" y="924375"/>
                  </a:lnTo>
                  <a:lnTo>
                    <a:pt x="1237427" y="912445"/>
                  </a:lnTo>
                  <a:lnTo>
                    <a:pt x="1286206" y="898214"/>
                  </a:lnTo>
                  <a:lnTo>
                    <a:pt x="1332371" y="881810"/>
                  </a:lnTo>
                  <a:lnTo>
                    <a:pt x="1375993" y="863360"/>
                  </a:lnTo>
                  <a:lnTo>
                    <a:pt x="1417142" y="842993"/>
                  </a:lnTo>
                  <a:lnTo>
                    <a:pt x="1455889" y="820837"/>
                  </a:lnTo>
                  <a:lnTo>
                    <a:pt x="1492304" y="797018"/>
                  </a:lnTo>
                  <a:lnTo>
                    <a:pt x="1526457" y="771665"/>
                  </a:lnTo>
                  <a:lnTo>
                    <a:pt x="1558419" y="744906"/>
                  </a:lnTo>
                  <a:lnTo>
                    <a:pt x="1588260" y="716868"/>
                  </a:lnTo>
                  <a:lnTo>
                    <a:pt x="1616051" y="687679"/>
                  </a:lnTo>
                  <a:lnTo>
                    <a:pt x="1641862" y="657468"/>
                  </a:lnTo>
                  <a:lnTo>
                    <a:pt x="1665764" y="626361"/>
                  </a:lnTo>
                  <a:lnTo>
                    <a:pt x="1687827" y="594486"/>
                  </a:lnTo>
                  <a:lnTo>
                    <a:pt x="1717814" y="545107"/>
                  </a:lnTo>
                  <a:lnTo>
                    <a:pt x="1744042" y="494597"/>
                  </a:lnTo>
                  <a:lnTo>
                    <a:pt x="1766730" y="443382"/>
                  </a:lnTo>
                  <a:lnTo>
                    <a:pt x="1786097" y="391888"/>
                  </a:lnTo>
                  <a:lnTo>
                    <a:pt x="1802363" y="340541"/>
                  </a:lnTo>
                  <a:lnTo>
                    <a:pt x="1815748" y="289766"/>
                  </a:lnTo>
                  <a:lnTo>
                    <a:pt x="1826471" y="239988"/>
                  </a:lnTo>
                  <a:lnTo>
                    <a:pt x="1834752" y="191633"/>
                  </a:lnTo>
                  <a:lnTo>
                    <a:pt x="1840683" y="146101"/>
                  </a:lnTo>
                  <a:lnTo>
                    <a:pt x="1844881" y="100622"/>
                  </a:lnTo>
                  <a:lnTo>
                    <a:pt x="1846402" y="72818"/>
                  </a:lnTo>
                  <a:lnTo>
                    <a:pt x="1868802" y="50419"/>
                  </a:lnTo>
                  <a:lnTo>
                    <a:pt x="1888383" y="70000"/>
                  </a:lnTo>
                  <a:lnTo>
                    <a:pt x="1887046" y="96687"/>
                  </a:lnTo>
                  <a:lnTo>
                    <a:pt x="1883536" y="138475"/>
                  </a:lnTo>
                  <a:lnTo>
                    <a:pt x="1878301" y="182415"/>
                  </a:lnTo>
                  <a:lnTo>
                    <a:pt x="1871152" y="228159"/>
                  </a:lnTo>
                  <a:lnTo>
                    <a:pt x="1861904" y="275362"/>
                  </a:lnTo>
                  <a:lnTo>
                    <a:pt x="1850371" y="323676"/>
                  </a:lnTo>
                  <a:lnTo>
                    <a:pt x="1836367" y="372754"/>
                  </a:lnTo>
                  <a:lnTo>
                    <a:pt x="1819704" y="422250"/>
                  </a:lnTo>
                  <a:lnTo>
                    <a:pt x="1800198" y="471817"/>
                  </a:lnTo>
                  <a:lnTo>
                    <a:pt x="1777661" y="521108"/>
                  </a:lnTo>
                  <a:lnTo>
                    <a:pt x="1751908" y="569775"/>
                  </a:lnTo>
                  <a:lnTo>
                    <a:pt x="1722752" y="617473"/>
                  </a:lnTo>
                  <a:lnTo>
                    <a:pt x="1699327" y="651329"/>
                  </a:lnTo>
                  <a:lnTo>
                    <a:pt x="1673968" y="684315"/>
                  </a:lnTo>
                  <a:lnTo>
                    <a:pt x="1646608" y="716302"/>
                  </a:lnTo>
                  <a:lnTo>
                    <a:pt x="1617183" y="747160"/>
                  </a:lnTo>
                  <a:lnTo>
                    <a:pt x="1585627" y="776762"/>
                  </a:lnTo>
                  <a:lnTo>
                    <a:pt x="1551876" y="804977"/>
                  </a:lnTo>
                  <a:lnTo>
                    <a:pt x="1515864" y="831677"/>
                  </a:lnTo>
                  <a:lnTo>
                    <a:pt x="1477525" y="856732"/>
                  </a:lnTo>
                  <a:lnTo>
                    <a:pt x="1436796" y="880014"/>
                  </a:lnTo>
                  <a:lnTo>
                    <a:pt x="1393609" y="901393"/>
                  </a:lnTo>
                  <a:lnTo>
                    <a:pt x="1347902" y="920741"/>
                  </a:lnTo>
                  <a:lnTo>
                    <a:pt x="1299607" y="937927"/>
                  </a:lnTo>
                  <a:lnTo>
                    <a:pt x="1248660" y="952824"/>
                  </a:lnTo>
                  <a:lnTo>
                    <a:pt x="1194996" y="965301"/>
                  </a:lnTo>
                  <a:lnTo>
                    <a:pt x="1138549" y="975231"/>
                  </a:lnTo>
                  <a:lnTo>
                    <a:pt x="1079255" y="982483"/>
                  </a:lnTo>
                  <a:lnTo>
                    <a:pt x="1016044" y="987001"/>
                  </a:lnTo>
                  <a:lnTo>
                    <a:pt x="1013952" y="987001"/>
                  </a:lnTo>
                  <a:lnTo>
                    <a:pt x="951862" y="988567"/>
                  </a:lnTo>
                  <a:close/>
                </a:path>
                <a:path w="2023110" h="988695">
                  <a:moveTo>
                    <a:pt x="1888383" y="70000"/>
                  </a:moveTo>
                  <a:lnTo>
                    <a:pt x="1868802" y="50419"/>
                  </a:lnTo>
                  <a:lnTo>
                    <a:pt x="1889132" y="50419"/>
                  </a:lnTo>
                  <a:lnTo>
                    <a:pt x="1889015" y="57398"/>
                  </a:lnTo>
                  <a:lnTo>
                    <a:pt x="1888383" y="70000"/>
                  </a:lnTo>
                  <a:close/>
                </a:path>
              </a:pathLst>
            </a:custGeom>
            <a:solidFill>
              <a:srgbClr val="F6610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5122952" y="2642738"/>
              <a:ext cx="2023110" cy="967740"/>
            </a:xfrm>
            <a:custGeom>
              <a:avLst/>
              <a:gdLst/>
              <a:ahLst/>
              <a:cxnLst/>
              <a:rect l="l" t="t" r="r" b="b"/>
              <a:pathLst>
                <a:path w="2023109" h="967739">
                  <a:moveTo>
                    <a:pt x="476" y="947292"/>
                  </a:moveTo>
                  <a:lnTo>
                    <a:pt x="28" y="917066"/>
                  </a:lnTo>
                  <a:lnTo>
                    <a:pt x="0" y="906461"/>
                  </a:lnTo>
                  <a:lnTo>
                    <a:pt x="1089" y="869046"/>
                  </a:lnTo>
                  <a:lnTo>
                    <a:pt x="4035" y="828293"/>
                  </a:lnTo>
                  <a:lnTo>
                    <a:pt x="9282" y="782309"/>
                  </a:lnTo>
                  <a:lnTo>
                    <a:pt x="16617" y="736553"/>
                  </a:lnTo>
                  <a:lnTo>
                    <a:pt x="26324" y="689629"/>
                  </a:lnTo>
                  <a:lnTo>
                    <a:pt x="38559" y="641856"/>
                  </a:lnTo>
                  <a:lnTo>
                    <a:pt x="53482" y="593552"/>
                  </a:lnTo>
                  <a:lnTo>
                    <a:pt x="71251" y="545036"/>
                  </a:lnTo>
                  <a:lnTo>
                    <a:pt x="92024" y="496627"/>
                  </a:lnTo>
                  <a:lnTo>
                    <a:pt x="115961" y="448642"/>
                  </a:lnTo>
                  <a:lnTo>
                    <a:pt x="143219" y="401399"/>
                  </a:lnTo>
                  <a:lnTo>
                    <a:pt x="173958" y="355218"/>
                  </a:lnTo>
                  <a:lnTo>
                    <a:pt x="198535" y="322541"/>
                  </a:lnTo>
                  <a:lnTo>
                    <a:pt x="225061" y="290757"/>
                  </a:lnTo>
                  <a:lnTo>
                    <a:pt x="253590" y="259982"/>
                  </a:lnTo>
                  <a:lnTo>
                    <a:pt x="284177" y="230336"/>
                  </a:lnTo>
                  <a:lnTo>
                    <a:pt x="316877" y="201936"/>
                  </a:lnTo>
                  <a:lnTo>
                    <a:pt x="351744" y="174902"/>
                  </a:lnTo>
                  <a:lnTo>
                    <a:pt x="388833" y="149351"/>
                  </a:lnTo>
                  <a:lnTo>
                    <a:pt x="428200" y="125401"/>
                  </a:lnTo>
                  <a:lnTo>
                    <a:pt x="469900" y="103171"/>
                  </a:lnTo>
                  <a:lnTo>
                    <a:pt x="513986" y="82779"/>
                  </a:lnTo>
                  <a:lnTo>
                    <a:pt x="560514" y="64343"/>
                  </a:lnTo>
                  <a:lnTo>
                    <a:pt x="609540" y="47982"/>
                  </a:lnTo>
                  <a:lnTo>
                    <a:pt x="661117" y="33813"/>
                  </a:lnTo>
                  <a:lnTo>
                    <a:pt x="715300" y="21956"/>
                  </a:lnTo>
                  <a:lnTo>
                    <a:pt x="772146" y="12527"/>
                  </a:lnTo>
                  <a:lnTo>
                    <a:pt x="831707" y="5646"/>
                  </a:lnTo>
                  <a:lnTo>
                    <a:pt x="894040" y="1431"/>
                  </a:lnTo>
                  <a:lnTo>
                    <a:pt x="959199" y="0"/>
                  </a:lnTo>
                  <a:lnTo>
                    <a:pt x="959199" y="21081"/>
                  </a:lnTo>
                  <a:lnTo>
                    <a:pt x="959072" y="21081"/>
                  </a:lnTo>
                  <a:lnTo>
                    <a:pt x="959060" y="41912"/>
                  </a:lnTo>
                  <a:lnTo>
                    <a:pt x="896140" y="43287"/>
                  </a:lnTo>
                  <a:lnTo>
                    <a:pt x="835914" y="47340"/>
                  </a:lnTo>
                  <a:lnTo>
                    <a:pt x="778459" y="53950"/>
                  </a:lnTo>
                  <a:lnTo>
                    <a:pt x="723715" y="63000"/>
                  </a:lnTo>
                  <a:lnTo>
                    <a:pt x="671621" y="74371"/>
                  </a:lnTo>
                  <a:lnTo>
                    <a:pt x="622117" y="87944"/>
                  </a:lnTo>
                  <a:lnTo>
                    <a:pt x="575142" y="103603"/>
                  </a:lnTo>
                  <a:lnTo>
                    <a:pt x="530636" y="121227"/>
                  </a:lnTo>
                  <a:lnTo>
                    <a:pt x="488537" y="140699"/>
                  </a:lnTo>
                  <a:lnTo>
                    <a:pt x="448785" y="161902"/>
                  </a:lnTo>
                  <a:lnTo>
                    <a:pt x="411320" y="184715"/>
                  </a:lnTo>
                  <a:lnTo>
                    <a:pt x="376081" y="209023"/>
                  </a:lnTo>
                  <a:lnTo>
                    <a:pt x="343007" y="234705"/>
                  </a:lnTo>
                  <a:lnTo>
                    <a:pt x="312038" y="261644"/>
                  </a:lnTo>
                  <a:lnTo>
                    <a:pt x="283112" y="289721"/>
                  </a:lnTo>
                  <a:lnTo>
                    <a:pt x="256170" y="318819"/>
                  </a:lnTo>
                  <a:lnTo>
                    <a:pt x="231151" y="348819"/>
                  </a:lnTo>
                  <a:lnTo>
                    <a:pt x="207994" y="379602"/>
                  </a:lnTo>
                  <a:lnTo>
                    <a:pt x="176425" y="427331"/>
                  </a:lnTo>
                  <a:lnTo>
                    <a:pt x="148710" y="476275"/>
                  </a:lnTo>
                  <a:lnTo>
                    <a:pt x="124662" y="526039"/>
                  </a:lnTo>
                  <a:lnTo>
                    <a:pt x="104094" y="576231"/>
                  </a:lnTo>
                  <a:lnTo>
                    <a:pt x="86817" y="626457"/>
                  </a:lnTo>
                  <a:lnTo>
                    <a:pt x="72644" y="676322"/>
                  </a:lnTo>
                  <a:lnTo>
                    <a:pt x="61386" y="725433"/>
                  </a:lnTo>
                  <a:lnTo>
                    <a:pt x="52844" y="773495"/>
                  </a:lnTo>
                  <a:lnTo>
                    <a:pt x="46867" y="819818"/>
                  </a:lnTo>
                  <a:lnTo>
                    <a:pt x="43229" y="864304"/>
                  </a:lnTo>
                  <a:lnTo>
                    <a:pt x="41756" y="906461"/>
                  </a:lnTo>
                  <a:lnTo>
                    <a:pt x="42259" y="945895"/>
                  </a:lnTo>
                  <a:lnTo>
                    <a:pt x="24804" y="946530"/>
                  </a:lnTo>
                  <a:lnTo>
                    <a:pt x="21431" y="946530"/>
                  </a:lnTo>
                  <a:lnTo>
                    <a:pt x="476" y="947292"/>
                  </a:lnTo>
                  <a:close/>
                </a:path>
                <a:path w="2023109" h="967739">
                  <a:moveTo>
                    <a:pt x="1869026" y="917066"/>
                  </a:moveTo>
                  <a:lnTo>
                    <a:pt x="1846768" y="894808"/>
                  </a:lnTo>
                  <a:lnTo>
                    <a:pt x="1845392" y="869046"/>
                  </a:lnTo>
                  <a:lnTo>
                    <a:pt x="1845347" y="868204"/>
                  </a:lnTo>
                  <a:lnTo>
                    <a:pt x="1841447" y="824858"/>
                  </a:lnTo>
                  <a:lnTo>
                    <a:pt x="1835597" y="779318"/>
                  </a:lnTo>
                  <a:lnTo>
                    <a:pt x="1827571" y="731997"/>
                  </a:lnTo>
                  <a:lnTo>
                    <a:pt x="1817146" y="683307"/>
                  </a:lnTo>
                  <a:lnTo>
                    <a:pt x="1804097" y="633662"/>
                  </a:lnTo>
                  <a:lnTo>
                    <a:pt x="1788198" y="583475"/>
                  </a:lnTo>
                  <a:lnTo>
                    <a:pt x="1769224" y="533159"/>
                  </a:lnTo>
                  <a:lnTo>
                    <a:pt x="1746951" y="483128"/>
                  </a:lnTo>
                  <a:lnTo>
                    <a:pt x="1721154" y="433794"/>
                  </a:lnTo>
                  <a:lnTo>
                    <a:pt x="1691607" y="385571"/>
                  </a:lnTo>
                  <a:lnTo>
                    <a:pt x="1668523" y="352643"/>
                  </a:lnTo>
                  <a:lnTo>
                    <a:pt x="1643366" y="320564"/>
                  </a:lnTo>
                  <a:lnTo>
                    <a:pt x="1616050" y="289482"/>
                  </a:lnTo>
                  <a:lnTo>
                    <a:pt x="1586489" y="259545"/>
                  </a:lnTo>
                  <a:lnTo>
                    <a:pt x="1554598" y="230902"/>
                  </a:lnTo>
                  <a:lnTo>
                    <a:pt x="1520292" y="203699"/>
                  </a:lnTo>
                  <a:lnTo>
                    <a:pt x="1483485" y="178086"/>
                  </a:lnTo>
                  <a:lnTo>
                    <a:pt x="1444092" y="154210"/>
                  </a:lnTo>
                  <a:lnTo>
                    <a:pt x="1402027" y="132219"/>
                  </a:lnTo>
                  <a:lnTo>
                    <a:pt x="1357205" y="112261"/>
                  </a:lnTo>
                  <a:lnTo>
                    <a:pt x="1309541" y="94484"/>
                  </a:lnTo>
                  <a:lnTo>
                    <a:pt x="1258948" y="79036"/>
                  </a:lnTo>
                  <a:lnTo>
                    <a:pt x="1205342" y="66065"/>
                  </a:lnTo>
                  <a:lnTo>
                    <a:pt x="1148636" y="55719"/>
                  </a:lnTo>
                  <a:lnTo>
                    <a:pt x="1088747" y="48146"/>
                  </a:lnTo>
                  <a:lnTo>
                    <a:pt x="1025587" y="43493"/>
                  </a:lnTo>
                  <a:lnTo>
                    <a:pt x="959199" y="41912"/>
                  </a:lnTo>
                  <a:lnTo>
                    <a:pt x="959199" y="21081"/>
                  </a:lnTo>
                  <a:lnTo>
                    <a:pt x="959326" y="21081"/>
                  </a:lnTo>
                  <a:lnTo>
                    <a:pt x="959326" y="127"/>
                  </a:lnTo>
                  <a:lnTo>
                    <a:pt x="1024456" y="1600"/>
                  </a:lnTo>
                  <a:lnTo>
                    <a:pt x="1086584" y="5938"/>
                  </a:lnTo>
                  <a:lnTo>
                    <a:pt x="1145776" y="13014"/>
                  </a:lnTo>
                  <a:lnTo>
                    <a:pt x="1202098" y="22702"/>
                  </a:lnTo>
                  <a:lnTo>
                    <a:pt x="1255618" y="34878"/>
                  </a:lnTo>
                  <a:lnTo>
                    <a:pt x="1306402" y="49417"/>
                  </a:lnTo>
                  <a:lnTo>
                    <a:pt x="1354154" y="66065"/>
                  </a:lnTo>
                  <a:lnTo>
                    <a:pt x="1400029" y="85077"/>
                  </a:lnTo>
                  <a:lnTo>
                    <a:pt x="1443005" y="105949"/>
                  </a:lnTo>
                  <a:lnTo>
                    <a:pt x="1483511" y="128681"/>
                  </a:lnTo>
                  <a:lnTo>
                    <a:pt x="1521615" y="153148"/>
                  </a:lnTo>
                  <a:lnTo>
                    <a:pt x="1557382" y="179225"/>
                  </a:lnTo>
                  <a:lnTo>
                    <a:pt x="1590880" y="206785"/>
                  </a:lnTo>
                  <a:lnTo>
                    <a:pt x="1622175" y="235704"/>
                  </a:lnTo>
                  <a:lnTo>
                    <a:pt x="1651334" y="265856"/>
                  </a:lnTo>
                  <a:lnTo>
                    <a:pt x="1678423" y="297116"/>
                  </a:lnTo>
                  <a:lnTo>
                    <a:pt x="1703509" y="329358"/>
                  </a:lnTo>
                  <a:lnTo>
                    <a:pt x="1726659" y="362457"/>
                  </a:lnTo>
                  <a:lnTo>
                    <a:pt x="1757648" y="413027"/>
                  </a:lnTo>
                  <a:lnTo>
                    <a:pt x="1784672" y="464689"/>
                  </a:lnTo>
                  <a:lnTo>
                    <a:pt x="1807973" y="517014"/>
                  </a:lnTo>
                  <a:lnTo>
                    <a:pt x="1827794" y="569571"/>
                  </a:lnTo>
                  <a:lnTo>
                    <a:pt x="1844376" y="621928"/>
                  </a:lnTo>
                  <a:lnTo>
                    <a:pt x="1857961" y="673655"/>
                  </a:lnTo>
                  <a:lnTo>
                    <a:pt x="1868793" y="724321"/>
                  </a:lnTo>
                  <a:lnTo>
                    <a:pt x="1877112" y="773495"/>
                  </a:lnTo>
                  <a:lnTo>
                    <a:pt x="1883042" y="819818"/>
                  </a:lnTo>
                  <a:lnTo>
                    <a:pt x="1887062" y="864304"/>
                  </a:lnTo>
                  <a:lnTo>
                    <a:pt x="1888858" y="897234"/>
                  </a:lnTo>
                  <a:lnTo>
                    <a:pt x="1869026" y="917066"/>
                  </a:lnTo>
                  <a:close/>
                </a:path>
                <a:path w="2023109" h="967739">
                  <a:moveTo>
                    <a:pt x="959199" y="41912"/>
                  </a:moveTo>
                  <a:lnTo>
                    <a:pt x="959072" y="41912"/>
                  </a:lnTo>
                  <a:lnTo>
                    <a:pt x="959072" y="21081"/>
                  </a:lnTo>
                  <a:lnTo>
                    <a:pt x="959199" y="21081"/>
                  </a:lnTo>
                  <a:lnTo>
                    <a:pt x="959199" y="41912"/>
                  </a:lnTo>
                  <a:close/>
                </a:path>
                <a:path w="2023109" h="967739">
                  <a:moveTo>
                    <a:pt x="1869090" y="967485"/>
                  </a:moveTo>
                  <a:lnTo>
                    <a:pt x="1861204" y="965961"/>
                  </a:lnTo>
                  <a:lnTo>
                    <a:pt x="1854294" y="961389"/>
                  </a:lnTo>
                  <a:lnTo>
                    <a:pt x="1854167" y="961389"/>
                  </a:lnTo>
                  <a:lnTo>
                    <a:pt x="1721072" y="828293"/>
                  </a:lnTo>
                  <a:lnTo>
                    <a:pt x="1716499" y="821384"/>
                  </a:lnTo>
                  <a:lnTo>
                    <a:pt x="1714975" y="813498"/>
                  </a:lnTo>
                  <a:lnTo>
                    <a:pt x="1716499" y="805612"/>
                  </a:lnTo>
                  <a:lnTo>
                    <a:pt x="1721072" y="798702"/>
                  </a:lnTo>
                  <a:lnTo>
                    <a:pt x="1727981" y="794130"/>
                  </a:lnTo>
                  <a:lnTo>
                    <a:pt x="1735867" y="792606"/>
                  </a:lnTo>
                  <a:lnTo>
                    <a:pt x="1743753" y="794130"/>
                  </a:lnTo>
                  <a:lnTo>
                    <a:pt x="1750662" y="798702"/>
                  </a:lnTo>
                  <a:lnTo>
                    <a:pt x="1846768" y="894808"/>
                  </a:lnTo>
                  <a:lnTo>
                    <a:pt x="1847390" y="906461"/>
                  </a:lnTo>
                  <a:lnTo>
                    <a:pt x="1847459" y="907758"/>
                  </a:lnTo>
                  <a:lnTo>
                    <a:pt x="1847531" y="909389"/>
                  </a:lnTo>
                  <a:lnTo>
                    <a:pt x="1848184" y="945895"/>
                  </a:lnTo>
                  <a:lnTo>
                    <a:pt x="1848198" y="946657"/>
                  </a:lnTo>
                  <a:lnTo>
                    <a:pt x="1898617" y="946657"/>
                  </a:lnTo>
                  <a:lnTo>
                    <a:pt x="1883885" y="961389"/>
                  </a:lnTo>
                  <a:lnTo>
                    <a:pt x="1876976" y="965961"/>
                  </a:lnTo>
                  <a:lnTo>
                    <a:pt x="1869090" y="967485"/>
                  </a:lnTo>
                  <a:close/>
                </a:path>
                <a:path w="2023109" h="967739">
                  <a:moveTo>
                    <a:pt x="1898617" y="946657"/>
                  </a:moveTo>
                  <a:lnTo>
                    <a:pt x="1890108" y="946657"/>
                  </a:lnTo>
                  <a:lnTo>
                    <a:pt x="1889446" y="909389"/>
                  </a:lnTo>
                  <a:lnTo>
                    <a:pt x="1889348" y="906461"/>
                  </a:lnTo>
                  <a:lnTo>
                    <a:pt x="1888858" y="897234"/>
                  </a:lnTo>
                  <a:lnTo>
                    <a:pt x="1987390" y="798702"/>
                  </a:lnTo>
                  <a:lnTo>
                    <a:pt x="1994300" y="794130"/>
                  </a:lnTo>
                  <a:lnTo>
                    <a:pt x="2002186" y="792606"/>
                  </a:lnTo>
                  <a:lnTo>
                    <a:pt x="2010072" y="794130"/>
                  </a:lnTo>
                  <a:lnTo>
                    <a:pt x="2016981" y="798702"/>
                  </a:lnTo>
                  <a:lnTo>
                    <a:pt x="2021554" y="805612"/>
                  </a:lnTo>
                  <a:lnTo>
                    <a:pt x="2023078" y="813498"/>
                  </a:lnTo>
                  <a:lnTo>
                    <a:pt x="2021677" y="820747"/>
                  </a:lnTo>
                  <a:lnTo>
                    <a:pt x="2021554" y="821384"/>
                  </a:lnTo>
                  <a:lnTo>
                    <a:pt x="2016981" y="828293"/>
                  </a:lnTo>
                  <a:lnTo>
                    <a:pt x="1898617" y="946657"/>
                  </a:lnTo>
                  <a:close/>
                </a:path>
                <a:path w="2023109" h="967739">
                  <a:moveTo>
                    <a:pt x="1890108" y="946657"/>
                  </a:moveTo>
                  <a:lnTo>
                    <a:pt x="1848198" y="946657"/>
                  </a:lnTo>
                  <a:lnTo>
                    <a:pt x="1847531" y="909389"/>
                  </a:lnTo>
                  <a:lnTo>
                    <a:pt x="1847459" y="907758"/>
                  </a:lnTo>
                  <a:lnTo>
                    <a:pt x="1846768" y="894808"/>
                  </a:lnTo>
                  <a:lnTo>
                    <a:pt x="1869026" y="917066"/>
                  </a:lnTo>
                  <a:lnTo>
                    <a:pt x="1889582" y="917066"/>
                  </a:lnTo>
                  <a:lnTo>
                    <a:pt x="1890095" y="945895"/>
                  </a:lnTo>
                  <a:lnTo>
                    <a:pt x="1890108" y="946657"/>
                  </a:lnTo>
                  <a:close/>
                </a:path>
                <a:path w="2023109" h="967739">
                  <a:moveTo>
                    <a:pt x="1889582" y="917066"/>
                  </a:moveTo>
                  <a:lnTo>
                    <a:pt x="1869026" y="917066"/>
                  </a:lnTo>
                  <a:lnTo>
                    <a:pt x="1888858" y="897234"/>
                  </a:lnTo>
                  <a:lnTo>
                    <a:pt x="1889348" y="906461"/>
                  </a:lnTo>
                  <a:lnTo>
                    <a:pt x="1889446" y="909389"/>
                  </a:lnTo>
                  <a:lnTo>
                    <a:pt x="1889582" y="917066"/>
                  </a:lnTo>
                  <a:close/>
                </a:path>
                <a:path w="2023109" h="967739">
                  <a:moveTo>
                    <a:pt x="21304" y="946657"/>
                  </a:moveTo>
                  <a:lnTo>
                    <a:pt x="21431" y="946530"/>
                  </a:lnTo>
                  <a:lnTo>
                    <a:pt x="24804" y="946530"/>
                  </a:lnTo>
                  <a:lnTo>
                    <a:pt x="21304" y="946657"/>
                  </a:lnTo>
                  <a:close/>
                </a:path>
              </a:pathLst>
            </a:custGeom>
            <a:solidFill>
              <a:srgbClr val="FB7D2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7023349" y="3735827"/>
              <a:ext cx="2023110" cy="988694"/>
            </a:xfrm>
            <a:custGeom>
              <a:avLst/>
              <a:gdLst/>
              <a:ahLst/>
              <a:cxnLst/>
              <a:rect l="l" t="t" r="r" b="b"/>
              <a:pathLst>
                <a:path w="2023109" h="988695">
                  <a:moveTo>
                    <a:pt x="1735642" y="174878"/>
                  </a:moveTo>
                  <a:lnTo>
                    <a:pt x="1727756" y="173354"/>
                  </a:lnTo>
                  <a:lnTo>
                    <a:pt x="1720847" y="168782"/>
                  </a:lnTo>
                  <a:lnTo>
                    <a:pt x="1716275" y="161873"/>
                  </a:lnTo>
                  <a:lnTo>
                    <a:pt x="1714751" y="153987"/>
                  </a:lnTo>
                  <a:lnTo>
                    <a:pt x="1716275" y="146101"/>
                  </a:lnTo>
                  <a:lnTo>
                    <a:pt x="1720847" y="139191"/>
                  </a:lnTo>
                  <a:lnTo>
                    <a:pt x="1853943" y="6096"/>
                  </a:lnTo>
                  <a:lnTo>
                    <a:pt x="1860853" y="1524"/>
                  </a:lnTo>
                  <a:lnTo>
                    <a:pt x="1868738" y="0"/>
                  </a:lnTo>
                  <a:lnTo>
                    <a:pt x="1876624" y="1524"/>
                  </a:lnTo>
                  <a:lnTo>
                    <a:pt x="1883534" y="6096"/>
                  </a:lnTo>
                  <a:lnTo>
                    <a:pt x="1883661" y="6096"/>
                  </a:lnTo>
                  <a:lnTo>
                    <a:pt x="1898520" y="20954"/>
                  </a:lnTo>
                  <a:lnTo>
                    <a:pt x="1847847" y="20954"/>
                  </a:lnTo>
                  <a:lnTo>
                    <a:pt x="1847171" y="57398"/>
                  </a:lnTo>
                  <a:lnTo>
                    <a:pt x="1847132" y="59470"/>
                  </a:lnTo>
                  <a:lnTo>
                    <a:pt x="1846402" y="72818"/>
                  </a:lnTo>
                  <a:lnTo>
                    <a:pt x="1750437" y="168782"/>
                  </a:lnTo>
                  <a:lnTo>
                    <a:pt x="1743528" y="173354"/>
                  </a:lnTo>
                  <a:lnTo>
                    <a:pt x="1735642" y="174878"/>
                  </a:lnTo>
                  <a:close/>
                </a:path>
                <a:path w="2023109" h="988695">
                  <a:moveTo>
                    <a:pt x="951861" y="988313"/>
                  </a:moveTo>
                  <a:lnTo>
                    <a:pt x="888671" y="987001"/>
                  </a:lnTo>
                  <a:lnTo>
                    <a:pt x="828241" y="983134"/>
                  </a:lnTo>
                  <a:lnTo>
                    <a:pt x="770513" y="976814"/>
                  </a:lnTo>
                  <a:lnTo>
                    <a:pt x="715429" y="968142"/>
                  </a:lnTo>
                  <a:lnTo>
                    <a:pt x="662930" y="957221"/>
                  </a:lnTo>
                  <a:lnTo>
                    <a:pt x="612960" y="944153"/>
                  </a:lnTo>
                  <a:lnTo>
                    <a:pt x="565459" y="929041"/>
                  </a:lnTo>
                  <a:lnTo>
                    <a:pt x="520371" y="911985"/>
                  </a:lnTo>
                  <a:lnTo>
                    <a:pt x="477636" y="893089"/>
                  </a:lnTo>
                  <a:lnTo>
                    <a:pt x="437198" y="872454"/>
                  </a:lnTo>
                  <a:lnTo>
                    <a:pt x="398997" y="850183"/>
                  </a:lnTo>
                  <a:lnTo>
                    <a:pt x="362977" y="826377"/>
                  </a:lnTo>
                  <a:lnTo>
                    <a:pt x="329078" y="801139"/>
                  </a:lnTo>
                  <a:lnTo>
                    <a:pt x="297244" y="774570"/>
                  </a:lnTo>
                  <a:lnTo>
                    <a:pt x="267416" y="746773"/>
                  </a:lnTo>
                  <a:lnTo>
                    <a:pt x="239535" y="717851"/>
                  </a:lnTo>
                  <a:lnTo>
                    <a:pt x="213545" y="687904"/>
                  </a:lnTo>
                  <a:lnTo>
                    <a:pt x="189387" y="657036"/>
                  </a:lnTo>
                  <a:lnTo>
                    <a:pt x="167002" y="625347"/>
                  </a:lnTo>
                  <a:lnTo>
                    <a:pt x="137569" y="578183"/>
                  </a:lnTo>
                  <a:lnTo>
                    <a:pt x="111623" y="529929"/>
                  </a:lnTo>
                  <a:lnTo>
                    <a:pt x="88967" y="480914"/>
                  </a:lnTo>
                  <a:lnTo>
                    <a:pt x="69403" y="431464"/>
                  </a:lnTo>
                  <a:lnTo>
                    <a:pt x="52735" y="381907"/>
                  </a:lnTo>
                  <a:lnTo>
                    <a:pt x="38766" y="332570"/>
                  </a:lnTo>
                  <a:lnTo>
                    <a:pt x="27298" y="283779"/>
                  </a:lnTo>
                  <a:lnTo>
                    <a:pt x="18136" y="235861"/>
                  </a:lnTo>
                  <a:lnTo>
                    <a:pt x="11081" y="189145"/>
                  </a:lnTo>
                  <a:lnTo>
                    <a:pt x="5936" y="143956"/>
                  </a:lnTo>
                  <a:lnTo>
                    <a:pt x="2506" y="100622"/>
                  </a:lnTo>
                  <a:lnTo>
                    <a:pt x="695" y="61682"/>
                  </a:lnTo>
                  <a:lnTo>
                    <a:pt x="0" y="20954"/>
                  </a:lnTo>
                  <a:lnTo>
                    <a:pt x="41910" y="20954"/>
                  </a:lnTo>
                  <a:lnTo>
                    <a:pt x="42405" y="50419"/>
                  </a:lnTo>
                  <a:lnTo>
                    <a:pt x="42522" y="57398"/>
                  </a:lnTo>
                  <a:lnTo>
                    <a:pt x="44809" y="105239"/>
                  </a:lnTo>
                  <a:lnTo>
                    <a:pt x="48781" y="151104"/>
                  </a:lnTo>
                  <a:lnTo>
                    <a:pt x="54744" y="198877"/>
                  </a:lnTo>
                  <a:lnTo>
                    <a:pt x="62927" y="248161"/>
                  </a:lnTo>
                  <a:lnTo>
                    <a:pt x="73562" y="298560"/>
                  </a:lnTo>
                  <a:lnTo>
                    <a:pt x="86880" y="349677"/>
                  </a:lnTo>
                  <a:lnTo>
                    <a:pt x="103112" y="401112"/>
                  </a:lnTo>
                  <a:lnTo>
                    <a:pt x="122489" y="452471"/>
                  </a:lnTo>
                  <a:lnTo>
                    <a:pt x="145242" y="503354"/>
                  </a:lnTo>
                  <a:lnTo>
                    <a:pt x="171602" y="553365"/>
                  </a:lnTo>
                  <a:lnTo>
                    <a:pt x="201800" y="602106"/>
                  </a:lnTo>
                  <a:lnTo>
                    <a:pt x="224035" y="633497"/>
                  </a:lnTo>
                  <a:lnTo>
                    <a:pt x="248160" y="664091"/>
                  </a:lnTo>
                  <a:lnTo>
                    <a:pt x="274249" y="693765"/>
                  </a:lnTo>
                  <a:lnTo>
                    <a:pt x="302377" y="722400"/>
                  </a:lnTo>
                  <a:lnTo>
                    <a:pt x="332619" y="749874"/>
                  </a:lnTo>
                  <a:lnTo>
                    <a:pt x="365047" y="776068"/>
                  </a:lnTo>
                  <a:lnTo>
                    <a:pt x="399737" y="800860"/>
                  </a:lnTo>
                  <a:lnTo>
                    <a:pt x="436763" y="824129"/>
                  </a:lnTo>
                  <a:lnTo>
                    <a:pt x="476200" y="845756"/>
                  </a:lnTo>
                  <a:lnTo>
                    <a:pt x="518121" y="865618"/>
                  </a:lnTo>
                  <a:lnTo>
                    <a:pt x="562601" y="883596"/>
                  </a:lnTo>
                  <a:lnTo>
                    <a:pt x="609715" y="899568"/>
                  </a:lnTo>
                  <a:lnTo>
                    <a:pt x="659536" y="913415"/>
                  </a:lnTo>
                  <a:lnTo>
                    <a:pt x="712140" y="925014"/>
                  </a:lnTo>
                  <a:lnTo>
                    <a:pt x="767600" y="934247"/>
                  </a:lnTo>
                  <a:lnTo>
                    <a:pt x="825990" y="940990"/>
                  </a:lnTo>
                  <a:lnTo>
                    <a:pt x="887386" y="945125"/>
                  </a:lnTo>
                  <a:lnTo>
                    <a:pt x="951861" y="946530"/>
                  </a:lnTo>
                  <a:lnTo>
                    <a:pt x="951861" y="988313"/>
                  </a:lnTo>
                  <a:close/>
                </a:path>
                <a:path w="2023109" h="988695">
                  <a:moveTo>
                    <a:pt x="1846402" y="72818"/>
                  </a:moveTo>
                  <a:lnTo>
                    <a:pt x="1847011" y="61682"/>
                  </a:lnTo>
                  <a:lnTo>
                    <a:pt x="1847132" y="59470"/>
                  </a:lnTo>
                  <a:lnTo>
                    <a:pt x="1847847" y="20954"/>
                  </a:lnTo>
                  <a:lnTo>
                    <a:pt x="1889630" y="20954"/>
                  </a:lnTo>
                  <a:lnTo>
                    <a:pt x="1889133" y="50419"/>
                  </a:lnTo>
                  <a:lnTo>
                    <a:pt x="1868801" y="50419"/>
                  </a:lnTo>
                  <a:lnTo>
                    <a:pt x="1846402" y="72818"/>
                  </a:lnTo>
                  <a:close/>
                </a:path>
                <a:path w="2023109" h="988695">
                  <a:moveTo>
                    <a:pt x="2001961" y="174878"/>
                  </a:moveTo>
                  <a:lnTo>
                    <a:pt x="1994076" y="173354"/>
                  </a:lnTo>
                  <a:lnTo>
                    <a:pt x="1987166" y="168782"/>
                  </a:lnTo>
                  <a:lnTo>
                    <a:pt x="1888383" y="70000"/>
                  </a:lnTo>
                  <a:lnTo>
                    <a:pt x="1888800" y="61682"/>
                  </a:lnTo>
                  <a:lnTo>
                    <a:pt x="1888911" y="59470"/>
                  </a:lnTo>
                  <a:lnTo>
                    <a:pt x="1889015" y="57398"/>
                  </a:lnTo>
                  <a:lnTo>
                    <a:pt x="1889630" y="20954"/>
                  </a:lnTo>
                  <a:lnTo>
                    <a:pt x="1898520" y="20954"/>
                  </a:lnTo>
                  <a:lnTo>
                    <a:pt x="2016757" y="139191"/>
                  </a:lnTo>
                  <a:lnTo>
                    <a:pt x="2021329" y="146101"/>
                  </a:lnTo>
                  <a:lnTo>
                    <a:pt x="2022853" y="153987"/>
                  </a:lnTo>
                  <a:lnTo>
                    <a:pt x="2021329" y="161873"/>
                  </a:lnTo>
                  <a:lnTo>
                    <a:pt x="2016757" y="168782"/>
                  </a:lnTo>
                  <a:lnTo>
                    <a:pt x="2009847" y="173354"/>
                  </a:lnTo>
                  <a:lnTo>
                    <a:pt x="2001961" y="174878"/>
                  </a:lnTo>
                  <a:close/>
                </a:path>
                <a:path w="2023109" h="988695">
                  <a:moveTo>
                    <a:pt x="951861" y="988567"/>
                  </a:moveTo>
                  <a:lnTo>
                    <a:pt x="951861" y="946530"/>
                  </a:lnTo>
                  <a:lnTo>
                    <a:pt x="1012876" y="945125"/>
                  </a:lnTo>
                  <a:lnTo>
                    <a:pt x="1014153" y="945125"/>
                  </a:lnTo>
                  <a:lnTo>
                    <a:pt x="1074704" y="940821"/>
                  </a:lnTo>
                  <a:lnTo>
                    <a:pt x="1131746" y="933876"/>
                  </a:lnTo>
                  <a:lnTo>
                    <a:pt x="1185964" y="924375"/>
                  </a:lnTo>
                  <a:lnTo>
                    <a:pt x="1237427" y="912445"/>
                  </a:lnTo>
                  <a:lnTo>
                    <a:pt x="1286206" y="898214"/>
                  </a:lnTo>
                  <a:lnTo>
                    <a:pt x="1332371" y="881810"/>
                  </a:lnTo>
                  <a:lnTo>
                    <a:pt x="1375993" y="863360"/>
                  </a:lnTo>
                  <a:lnTo>
                    <a:pt x="1417142" y="842993"/>
                  </a:lnTo>
                  <a:lnTo>
                    <a:pt x="1455889" y="820837"/>
                  </a:lnTo>
                  <a:lnTo>
                    <a:pt x="1492304" y="797018"/>
                  </a:lnTo>
                  <a:lnTo>
                    <a:pt x="1526457" y="771665"/>
                  </a:lnTo>
                  <a:lnTo>
                    <a:pt x="1558419" y="744906"/>
                  </a:lnTo>
                  <a:lnTo>
                    <a:pt x="1588260" y="716868"/>
                  </a:lnTo>
                  <a:lnTo>
                    <a:pt x="1616051" y="687679"/>
                  </a:lnTo>
                  <a:lnTo>
                    <a:pt x="1641863" y="657468"/>
                  </a:lnTo>
                  <a:lnTo>
                    <a:pt x="1665764" y="626361"/>
                  </a:lnTo>
                  <a:lnTo>
                    <a:pt x="1687827" y="594486"/>
                  </a:lnTo>
                  <a:lnTo>
                    <a:pt x="1717814" y="545107"/>
                  </a:lnTo>
                  <a:lnTo>
                    <a:pt x="1744042" y="494597"/>
                  </a:lnTo>
                  <a:lnTo>
                    <a:pt x="1766730" y="443382"/>
                  </a:lnTo>
                  <a:lnTo>
                    <a:pt x="1786097" y="391888"/>
                  </a:lnTo>
                  <a:lnTo>
                    <a:pt x="1802363" y="340541"/>
                  </a:lnTo>
                  <a:lnTo>
                    <a:pt x="1815748" y="289766"/>
                  </a:lnTo>
                  <a:lnTo>
                    <a:pt x="1826471" y="239988"/>
                  </a:lnTo>
                  <a:lnTo>
                    <a:pt x="1834752" y="191633"/>
                  </a:lnTo>
                  <a:lnTo>
                    <a:pt x="1840683" y="146101"/>
                  </a:lnTo>
                  <a:lnTo>
                    <a:pt x="1840810" y="145127"/>
                  </a:lnTo>
                  <a:lnTo>
                    <a:pt x="1844881" y="100622"/>
                  </a:lnTo>
                  <a:lnTo>
                    <a:pt x="1846402" y="72818"/>
                  </a:lnTo>
                  <a:lnTo>
                    <a:pt x="1868801" y="50419"/>
                  </a:lnTo>
                  <a:lnTo>
                    <a:pt x="1888383" y="70000"/>
                  </a:lnTo>
                  <a:lnTo>
                    <a:pt x="1887046" y="96687"/>
                  </a:lnTo>
                  <a:lnTo>
                    <a:pt x="1883537" y="138475"/>
                  </a:lnTo>
                  <a:lnTo>
                    <a:pt x="1878301" y="182415"/>
                  </a:lnTo>
                  <a:lnTo>
                    <a:pt x="1871152" y="228159"/>
                  </a:lnTo>
                  <a:lnTo>
                    <a:pt x="1861904" y="275362"/>
                  </a:lnTo>
                  <a:lnTo>
                    <a:pt x="1850371" y="323676"/>
                  </a:lnTo>
                  <a:lnTo>
                    <a:pt x="1836367" y="372754"/>
                  </a:lnTo>
                  <a:lnTo>
                    <a:pt x="1819704" y="422250"/>
                  </a:lnTo>
                  <a:lnTo>
                    <a:pt x="1800198" y="471817"/>
                  </a:lnTo>
                  <a:lnTo>
                    <a:pt x="1777661" y="521108"/>
                  </a:lnTo>
                  <a:lnTo>
                    <a:pt x="1751908" y="569775"/>
                  </a:lnTo>
                  <a:lnTo>
                    <a:pt x="1722752" y="617473"/>
                  </a:lnTo>
                  <a:lnTo>
                    <a:pt x="1699327" y="651329"/>
                  </a:lnTo>
                  <a:lnTo>
                    <a:pt x="1673968" y="684315"/>
                  </a:lnTo>
                  <a:lnTo>
                    <a:pt x="1646608" y="716302"/>
                  </a:lnTo>
                  <a:lnTo>
                    <a:pt x="1617183" y="747160"/>
                  </a:lnTo>
                  <a:lnTo>
                    <a:pt x="1585627" y="776762"/>
                  </a:lnTo>
                  <a:lnTo>
                    <a:pt x="1551876" y="804977"/>
                  </a:lnTo>
                  <a:lnTo>
                    <a:pt x="1515863" y="831677"/>
                  </a:lnTo>
                  <a:lnTo>
                    <a:pt x="1477525" y="856732"/>
                  </a:lnTo>
                  <a:lnTo>
                    <a:pt x="1436795" y="880014"/>
                  </a:lnTo>
                  <a:lnTo>
                    <a:pt x="1393609" y="901393"/>
                  </a:lnTo>
                  <a:lnTo>
                    <a:pt x="1347901" y="920741"/>
                  </a:lnTo>
                  <a:lnTo>
                    <a:pt x="1299607" y="937927"/>
                  </a:lnTo>
                  <a:lnTo>
                    <a:pt x="1248660" y="952824"/>
                  </a:lnTo>
                  <a:lnTo>
                    <a:pt x="1194995" y="965301"/>
                  </a:lnTo>
                  <a:lnTo>
                    <a:pt x="1138549" y="975231"/>
                  </a:lnTo>
                  <a:lnTo>
                    <a:pt x="1079254" y="982483"/>
                  </a:lnTo>
                  <a:lnTo>
                    <a:pt x="1016043" y="987001"/>
                  </a:lnTo>
                  <a:lnTo>
                    <a:pt x="1013952" y="987001"/>
                  </a:lnTo>
                  <a:lnTo>
                    <a:pt x="951861" y="988567"/>
                  </a:lnTo>
                  <a:close/>
                </a:path>
                <a:path w="2023109" h="988695">
                  <a:moveTo>
                    <a:pt x="1888383" y="70000"/>
                  </a:moveTo>
                  <a:lnTo>
                    <a:pt x="1868801" y="50419"/>
                  </a:lnTo>
                  <a:lnTo>
                    <a:pt x="1889133" y="50419"/>
                  </a:lnTo>
                  <a:lnTo>
                    <a:pt x="1889015" y="57398"/>
                  </a:lnTo>
                  <a:lnTo>
                    <a:pt x="1888383" y="70000"/>
                  </a:lnTo>
                  <a:close/>
                </a:path>
              </a:pathLst>
            </a:custGeom>
            <a:solidFill>
              <a:srgbClr val="FD98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8895581" y="2637658"/>
              <a:ext cx="2421890" cy="1106170"/>
            </a:xfrm>
            <a:custGeom>
              <a:avLst/>
              <a:gdLst/>
              <a:ahLst/>
              <a:cxnLst/>
              <a:rect l="l" t="t" r="r" b="b"/>
              <a:pathLst>
                <a:path w="2421890" h="1106170">
                  <a:moveTo>
                    <a:pt x="41910" y="951737"/>
                  </a:moveTo>
                  <a:lnTo>
                    <a:pt x="0" y="951737"/>
                  </a:lnTo>
                  <a:lnTo>
                    <a:pt x="596" y="913704"/>
                  </a:lnTo>
                  <a:lnTo>
                    <a:pt x="2515" y="873206"/>
                  </a:lnTo>
                  <a:lnTo>
                    <a:pt x="5954" y="830564"/>
                  </a:lnTo>
                  <a:lnTo>
                    <a:pt x="11107" y="786098"/>
                  </a:lnTo>
                  <a:lnTo>
                    <a:pt x="18172" y="740131"/>
                  </a:lnTo>
                  <a:lnTo>
                    <a:pt x="27344" y="692983"/>
                  </a:lnTo>
                  <a:lnTo>
                    <a:pt x="38819" y="644976"/>
                  </a:lnTo>
                  <a:lnTo>
                    <a:pt x="52793" y="596431"/>
                  </a:lnTo>
                  <a:lnTo>
                    <a:pt x="69461" y="547668"/>
                  </a:lnTo>
                  <a:lnTo>
                    <a:pt x="89021" y="499009"/>
                  </a:lnTo>
                  <a:lnTo>
                    <a:pt x="111667" y="450776"/>
                  </a:lnTo>
                  <a:lnTo>
                    <a:pt x="137597" y="403289"/>
                  </a:lnTo>
                  <a:lnTo>
                    <a:pt x="167005" y="356869"/>
                  </a:lnTo>
                  <a:lnTo>
                    <a:pt x="190684" y="323989"/>
                  </a:lnTo>
                  <a:lnTo>
                    <a:pt x="216343" y="292016"/>
                  </a:lnTo>
                  <a:lnTo>
                    <a:pt x="244051" y="261070"/>
                  </a:lnTo>
                  <a:lnTo>
                    <a:pt x="273875" y="231266"/>
                  </a:lnTo>
                  <a:lnTo>
                    <a:pt x="305883" y="202724"/>
                  </a:lnTo>
                  <a:lnTo>
                    <a:pt x="340143" y="175560"/>
                  </a:lnTo>
                  <a:lnTo>
                    <a:pt x="376724" y="149894"/>
                  </a:lnTo>
                  <a:lnTo>
                    <a:pt x="415694" y="125841"/>
                  </a:lnTo>
                  <a:lnTo>
                    <a:pt x="457120" y="103520"/>
                  </a:lnTo>
                  <a:lnTo>
                    <a:pt x="501071" y="83049"/>
                  </a:lnTo>
                  <a:lnTo>
                    <a:pt x="547615" y="64546"/>
                  </a:lnTo>
                  <a:lnTo>
                    <a:pt x="596819" y="48128"/>
                  </a:lnTo>
                  <a:lnTo>
                    <a:pt x="648753" y="33912"/>
                  </a:lnTo>
                  <a:lnTo>
                    <a:pt x="703483" y="22018"/>
                  </a:lnTo>
                  <a:lnTo>
                    <a:pt x="761079" y="12561"/>
                  </a:lnTo>
                  <a:lnTo>
                    <a:pt x="821874" y="5631"/>
                  </a:lnTo>
                  <a:lnTo>
                    <a:pt x="886667" y="1333"/>
                  </a:lnTo>
                  <a:lnTo>
                    <a:pt x="889859" y="1333"/>
                  </a:lnTo>
                  <a:lnTo>
                    <a:pt x="951737" y="0"/>
                  </a:lnTo>
                  <a:lnTo>
                    <a:pt x="951819" y="34342"/>
                  </a:lnTo>
                  <a:lnTo>
                    <a:pt x="951864" y="41783"/>
                  </a:lnTo>
                  <a:lnTo>
                    <a:pt x="887348" y="43164"/>
                  </a:lnTo>
                  <a:lnTo>
                    <a:pt x="887126" y="43164"/>
                  </a:lnTo>
                  <a:lnTo>
                    <a:pt x="825923" y="47230"/>
                  </a:lnTo>
                  <a:lnTo>
                    <a:pt x="825610" y="47230"/>
                  </a:lnTo>
                  <a:lnTo>
                    <a:pt x="767495" y="53863"/>
                  </a:lnTo>
                  <a:lnTo>
                    <a:pt x="712008" y="62942"/>
                  </a:lnTo>
                  <a:lnTo>
                    <a:pt x="659382" y="74348"/>
                  </a:lnTo>
                  <a:lnTo>
                    <a:pt x="609542" y="87964"/>
                  </a:lnTo>
                  <a:lnTo>
                    <a:pt x="562414" y="103669"/>
                  </a:lnTo>
                  <a:lnTo>
                    <a:pt x="517923" y="121346"/>
                  </a:lnTo>
                  <a:lnTo>
                    <a:pt x="475995" y="140874"/>
                  </a:lnTo>
                  <a:lnTo>
                    <a:pt x="436555" y="162136"/>
                  </a:lnTo>
                  <a:lnTo>
                    <a:pt x="399529" y="185013"/>
                  </a:lnTo>
                  <a:lnTo>
                    <a:pt x="364842" y="209385"/>
                  </a:lnTo>
                  <a:lnTo>
                    <a:pt x="332420" y="235133"/>
                  </a:lnTo>
                  <a:lnTo>
                    <a:pt x="302188" y="262140"/>
                  </a:lnTo>
                  <a:lnTo>
                    <a:pt x="274072" y="290285"/>
                  </a:lnTo>
                  <a:lnTo>
                    <a:pt x="247998" y="319450"/>
                  </a:lnTo>
                  <a:lnTo>
                    <a:pt x="223890" y="349516"/>
                  </a:lnTo>
                  <a:lnTo>
                    <a:pt x="171479" y="428268"/>
                  </a:lnTo>
                  <a:lnTo>
                    <a:pt x="145126" y="477422"/>
                  </a:lnTo>
                  <a:lnTo>
                    <a:pt x="122383" y="527434"/>
                  </a:lnTo>
                  <a:lnTo>
                    <a:pt x="103020" y="577915"/>
                  </a:lnTo>
                  <a:lnTo>
                    <a:pt x="86803" y="628474"/>
                  </a:lnTo>
                  <a:lnTo>
                    <a:pt x="73500" y="678719"/>
                  </a:lnTo>
                  <a:lnTo>
                    <a:pt x="62881" y="728261"/>
                  </a:lnTo>
                  <a:lnTo>
                    <a:pt x="54713" y="776708"/>
                  </a:lnTo>
                  <a:lnTo>
                    <a:pt x="48763" y="823670"/>
                  </a:lnTo>
                  <a:lnTo>
                    <a:pt x="44832" y="868407"/>
                  </a:lnTo>
                  <a:lnTo>
                    <a:pt x="42594" y="911575"/>
                  </a:lnTo>
                  <a:lnTo>
                    <a:pt x="41910" y="951737"/>
                  </a:lnTo>
                  <a:close/>
                </a:path>
                <a:path w="2421890" h="1106170">
                  <a:moveTo>
                    <a:pt x="1868804" y="972692"/>
                  </a:moveTo>
                  <a:lnTo>
                    <a:pt x="1847849" y="972692"/>
                  </a:lnTo>
                  <a:lnTo>
                    <a:pt x="1847723" y="943788"/>
                  </a:lnTo>
                  <a:lnTo>
                    <a:pt x="1847247" y="913704"/>
                  </a:lnTo>
                  <a:lnTo>
                    <a:pt x="1845329" y="873206"/>
                  </a:lnTo>
                  <a:lnTo>
                    <a:pt x="1841535" y="826337"/>
                  </a:lnTo>
                  <a:lnTo>
                    <a:pt x="1836029" y="780231"/>
                  </a:lnTo>
                  <a:lnTo>
                    <a:pt x="1828367" y="732231"/>
                  </a:lnTo>
                  <a:lnTo>
                    <a:pt x="1818337" y="682989"/>
                  </a:lnTo>
                  <a:lnTo>
                    <a:pt x="1805696" y="632909"/>
                  </a:lnTo>
                  <a:lnTo>
                    <a:pt x="1790200" y="582393"/>
                  </a:lnTo>
                  <a:lnTo>
                    <a:pt x="1771607" y="531846"/>
                  </a:lnTo>
                  <a:lnTo>
                    <a:pt x="1749674" y="481670"/>
                  </a:lnTo>
                  <a:lnTo>
                    <a:pt x="1724157" y="432269"/>
                  </a:lnTo>
                  <a:lnTo>
                    <a:pt x="1694814" y="384048"/>
                  </a:lnTo>
                  <a:lnTo>
                    <a:pt x="1649634" y="322672"/>
                  </a:lnTo>
                  <a:lnTo>
                    <a:pt x="1624126" y="293254"/>
                  </a:lnTo>
                  <a:lnTo>
                    <a:pt x="1596568" y="264846"/>
                  </a:lnTo>
                  <a:lnTo>
                    <a:pt x="1566883" y="237570"/>
                  </a:lnTo>
                  <a:lnTo>
                    <a:pt x="1534992" y="211549"/>
                  </a:lnTo>
                  <a:lnTo>
                    <a:pt x="1500817" y="186905"/>
                  </a:lnTo>
                  <a:lnTo>
                    <a:pt x="1464280" y="163761"/>
                  </a:lnTo>
                  <a:lnTo>
                    <a:pt x="1425304" y="142240"/>
                  </a:lnTo>
                  <a:lnTo>
                    <a:pt x="1383810" y="122463"/>
                  </a:lnTo>
                  <a:lnTo>
                    <a:pt x="1339721" y="104555"/>
                  </a:lnTo>
                  <a:lnTo>
                    <a:pt x="1292958" y="88636"/>
                  </a:lnTo>
                  <a:lnTo>
                    <a:pt x="1243443" y="74830"/>
                  </a:lnTo>
                  <a:lnTo>
                    <a:pt x="1191099" y="63260"/>
                  </a:lnTo>
                  <a:lnTo>
                    <a:pt x="1135846" y="54048"/>
                  </a:lnTo>
                  <a:lnTo>
                    <a:pt x="1076871" y="47230"/>
                  </a:lnTo>
                  <a:lnTo>
                    <a:pt x="1076343" y="47230"/>
                  </a:lnTo>
                  <a:lnTo>
                    <a:pt x="1015985" y="43164"/>
                  </a:lnTo>
                  <a:lnTo>
                    <a:pt x="1015309" y="43164"/>
                  </a:lnTo>
                  <a:lnTo>
                    <a:pt x="951864" y="41783"/>
                  </a:lnTo>
                  <a:lnTo>
                    <a:pt x="951864" y="0"/>
                  </a:lnTo>
                  <a:lnTo>
                    <a:pt x="957651" y="0"/>
                  </a:lnTo>
                  <a:lnTo>
                    <a:pt x="1018452" y="1333"/>
                  </a:lnTo>
                  <a:lnTo>
                    <a:pt x="1081899" y="5631"/>
                  </a:lnTo>
                  <a:lnTo>
                    <a:pt x="1141560" y="12561"/>
                  </a:lnTo>
                  <a:lnTo>
                    <a:pt x="1141788" y="12561"/>
                  </a:lnTo>
                  <a:lnTo>
                    <a:pt x="1199713" y="22259"/>
                  </a:lnTo>
                  <a:lnTo>
                    <a:pt x="1254204" y="34342"/>
                  </a:lnTo>
                  <a:lnTo>
                    <a:pt x="1305851" y="48777"/>
                  </a:lnTo>
                  <a:lnTo>
                    <a:pt x="1354723" y="65440"/>
                  </a:lnTo>
                  <a:lnTo>
                    <a:pt x="1400893" y="84210"/>
                  </a:lnTo>
                  <a:lnTo>
                    <a:pt x="1444433" y="104965"/>
                  </a:lnTo>
                  <a:lnTo>
                    <a:pt x="1485414" y="127582"/>
                  </a:lnTo>
                  <a:lnTo>
                    <a:pt x="1523908" y="151940"/>
                  </a:lnTo>
                  <a:lnTo>
                    <a:pt x="1559987" y="177917"/>
                  </a:lnTo>
                  <a:lnTo>
                    <a:pt x="1593721" y="205390"/>
                  </a:lnTo>
                  <a:lnTo>
                    <a:pt x="1625183" y="234238"/>
                  </a:lnTo>
                  <a:lnTo>
                    <a:pt x="1654444" y="264338"/>
                  </a:lnTo>
                  <a:lnTo>
                    <a:pt x="1681576" y="295569"/>
                  </a:lnTo>
                  <a:lnTo>
                    <a:pt x="1706651" y="327808"/>
                  </a:lnTo>
                  <a:lnTo>
                    <a:pt x="1729739" y="360933"/>
                  </a:lnTo>
                  <a:lnTo>
                    <a:pt x="1760578" y="411562"/>
                  </a:lnTo>
                  <a:lnTo>
                    <a:pt x="1787356" y="463345"/>
                  </a:lnTo>
                  <a:lnTo>
                    <a:pt x="1810336" y="515859"/>
                  </a:lnTo>
                  <a:lnTo>
                    <a:pt x="1829782" y="568682"/>
                  </a:lnTo>
                  <a:lnTo>
                    <a:pt x="1845956" y="621390"/>
                  </a:lnTo>
                  <a:lnTo>
                    <a:pt x="1859120" y="673560"/>
                  </a:lnTo>
                  <a:lnTo>
                    <a:pt x="1869538" y="724769"/>
                  </a:lnTo>
                  <a:lnTo>
                    <a:pt x="1877473" y="774596"/>
                  </a:lnTo>
                  <a:lnTo>
                    <a:pt x="1883186" y="822616"/>
                  </a:lnTo>
                  <a:lnTo>
                    <a:pt x="1886942" y="868407"/>
                  </a:lnTo>
                  <a:lnTo>
                    <a:pt x="1889003" y="911575"/>
                  </a:lnTo>
                  <a:lnTo>
                    <a:pt x="1889305" y="930782"/>
                  </a:lnTo>
                  <a:lnTo>
                    <a:pt x="1868804" y="930782"/>
                  </a:lnTo>
                  <a:lnTo>
                    <a:pt x="1868804" y="972692"/>
                  </a:lnTo>
                  <a:close/>
                </a:path>
                <a:path w="2421890" h="1106170">
                  <a:moveTo>
                    <a:pt x="951864" y="20955"/>
                  </a:moveTo>
                  <a:lnTo>
                    <a:pt x="951737" y="20955"/>
                  </a:lnTo>
                  <a:lnTo>
                    <a:pt x="951864" y="20827"/>
                  </a:lnTo>
                  <a:lnTo>
                    <a:pt x="951864" y="20955"/>
                  </a:lnTo>
                  <a:close/>
                </a:path>
                <a:path w="2421890" h="1106170">
                  <a:moveTo>
                    <a:pt x="2267393" y="1105661"/>
                  </a:moveTo>
                  <a:lnTo>
                    <a:pt x="2259507" y="1104137"/>
                  </a:lnTo>
                  <a:lnTo>
                    <a:pt x="2252597" y="1099565"/>
                  </a:lnTo>
                  <a:lnTo>
                    <a:pt x="2248025" y="1092656"/>
                  </a:lnTo>
                  <a:lnTo>
                    <a:pt x="2246501" y="1084770"/>
                  </a:lnTo>
                  <a:lnTo>
                    <a:pt x="2248025" y="1076884"/>
                  </a:lnTo>
                  <a:lnTo>
                    <a:pt x="2252597" y="1069974"/>
                  </a:lnTo>
                  <a:lnTo>
                    <a:pt x="2370835" y="951737"/>
                  </a:lnTo>
                  <a:lnTo>
                    <a:pt x="2371089" y="951737"/>
                  </a:lnTo>
                  <a:lnTo>
                    <a:pt x="2252597" y="833247"/>
                  </a:lnTo>
                  <a:lnTo>
                    <a:pt x="2248025" y="826337"/>
                  </a:lnTo>
                  <a:lnTo>
                    <a:pt x="2246501" y="818451"/>
                  </a:lnTo>
                  <a:lnTo>
                    <a:pt x="2248025" y="810565"/>
                  </a:lnTo>
                  <a:lnTo>
                    <a:pt x="2252597" y="803655"/>
                  </a:lnTo>
                  <a:lnTo>
                    <a:pt x="2259507" y="799083"/>
                  </a:lnTo>
                  <a:lnTo>
                    <a:pt x="2267393" y="797559"/>
                  </a:lnTo>
                  <a:lnTo>
                    <a:pt x="2275279" y="799083"/>
                  </a:lnTo>
                  <a:lnTo>
                    <a:pt x="2282189" y="803655"/>
                  </a:lnTo>
                  <a:lnTo>
                    <a:pt x="2409315" y="930782"/>
                  </a:lnTo>
                  <a:lnTo>
                    <a:pt x="2400553" y="930782"/>
                  </a:lnTo>
                  <a:lnTo>
                    <a:pt x="2400553" y="972692"/>
                  </a:lnTo>
                  <a:lnTo>
                    <a:pt x="2409062" y="972692"/>
                  </a:lnTo>
                  <a:lnTo>
                    <a:pt x="2282189" y="1099565"/>
                  </a:lnTo>
                  <a:lnTo>
                    <a:pt x="2275279" y="1104137"/>
                  </a:lnTo>
                  <a:lnTo>
                    <a:pt x="2267393" y="1105661"/>
                  </a:lnTo>
                  <a:close/>
                </a:path>
                <a:path w="2421890" h="1106170">
                  <a:moveTo>
                    <a:pt x="2349880" y="972692"/>
                  </a:moveTo>
                  <a:lnTo>
                    <a:pt x="1868804" y="972692"/>
                  </a:lnTo>
                  <a:lnTo>
                    <a:pt x="1868804" y="930782"/>
                  </a:lnTo>
                  <a:lnTo>
                    <a:pt x="1889305" y="930782"/>
                  </a:lnTo>
                  <a:lnTo>
                    <a:pt x="1889395" y="936503"/>
                  </a:lnTo>
                  <a:lnTo>
                    <a:pt x="1889509" y="943788"/>
                  </a:lnTo>
                  <a:lnTo>
                    <a:pt x="1889634" y="951737"/>
                  </a:lnTo>
                  <a:lnTo>
                    <a:pt x="2370835" y="951737"/>
                  </a:lnTo>
                  <a:lnTo>
                    <a:pt x="2349880" y="972692"/>
                  </a:lnTo>
                  <a:close/>
                </a:path>
                <a:path w="2421890" h="1106170">
                  <a:moveTo>
                    <a:pt x="2371089" y="951737"/>
                  </a:moveTo>
                  <a:lnTo>
                    <a:pt x="1889634" y="951737"/>
                  </a:lnTo>
                  <a:lnTo>
                    <a:pt x="1889509" y="943788"/>
                  </a:lnTo>
                  <a:lnTo>
                    <a:pt x="1889395" y="936503"/>
                  </a:lnTo>
                  <a:lnTo>
                    <a:pt x="1889305" y="930782"/>
                  </a:lnTo>
                  <a:lnTo>
                    <a:pt x="2350134" y="930782"/>
                  </a:lnTo>
                  <a:lnTo>
                    <a:pt x="2371089" y="951737"/>
                  </a:lnTo>
                  <a:close/>
                </a:path>
                <a:path w="2421890" h="1106170">
                  <a:moveTo>
                    <a:pt x="2409062" y="972692"/>
                  </a:moveTo>
                  <a:lnTo>
                    <a:pt x="2400553" y="972692"/>
                  </a:lnTo>
                  <a:lnTo>
                    <a:pt x="2400553" y="930782"/>
                  </a:lnTo>
                  <a:lnTo>
                    <a:pt x="2409315" y="930782"/>
                  </a:lnTo>
                  <a:lnTo>
                    <a:pt x="2415036" y="936503"/>
                  </a:lnTo>
                  <a:lnTo>
                    <a:pt x="2419857" y="943788"/>
                  </a:lnTo>
                  <a:lnTo>
                    <a:pt x="2421368" y="951737"/>
                  </a:lnTo>
                  <a:lnTo>
                    <a:pt x="2419857" y="959560"/>
                  </a:lnTo>
                  <a:lnTo>
                    <a:pt x="2415284" y="966469"/>
                  </a:lnTo>
                  <a:lnTo>
                    <a:pt x="2409062" y="972692"/>
                  </a:lnTo>
                  <a:close/>
                </a:path>
              </a:pathLst>
            </a:custGeom>
            <a:solidFill>
              <a:srgbClr val="FDB48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648839" y="1170247"/>
            <a:ext cx="5213350" cy="592455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700" spc="204"/>
              <a:t>How</a:t>
            </a:r>
            <a:r>
              <a:rPr dirty="0" sz="3700" spc="-245"/>
              <a:t> </a:t>
            </a:r>
            <a:r>
              <a:rPr dirty="0" sz="3700" spc="-70"/>
              <a:t>It</a:t>
            </a:r>
            <a:r>
              <a:rPr dirty="0" sz="3700" spc="-245"/>
              <a:t> </a:t>
            </a:r>
            <a:r>
              <a:rPr dirty="0" sz="3700" spc="80"/>
              <a:t>Works:</a:t>
            </a:r>
            <a:r>
              <a:rPr dirty="0" sz="3700" spc="-245"/>
              <a:t> </a:t>
            </a:r>
            <a:r>
              <a:rPr dirty="0" sz="3700" spc="75"/>
              <a:t>The</a:t>
            </a:r>
            <a:r>
              <a:rPr dirty="0" sz="3700" spc="-240"/>
              <a:t> </a:t>
            </a:r>
            <a:r>
              <a:rPr dirty="0" sz="3700" spc="160"/>
              <a:t>Flow</a:t>
            </a:r>
            <a:endParaRPr sz="3700"/>
          </a:p>
        </p:txBody>
      </p:sp>
      <p:sp>
        <p:nvSpPr>
          <p:cNvPr id="9" name="object 9"/>
          <p:cNvSpPr txBox="1"/>
          <p:nvPr/>
        </p:nvSpPr>
        <p:spPr>
          <a:xfrm>
            <a:off x="1632981" y="2999372"/>
            <a:ext cx="1370965" cy="1038860"/>
          </a:xfrm>
          <a:prstGeom prst="rect">
            <a:avLst/>
          </a:prstGeom>
        </p:spPr>
        <p:txBody>
          <a:bodyPr wrap="square" lIns="0" tIns="16002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60"/>
              </a:spcBef>
            </a:pPr>
            <a:r>
              <a:rPr dirty="0" sz="1850" spc="75">
                <a:solidFill>
                  <a:srgbClr val="FFFFFF"/>
                </a:solidFill>
                <a:latin typeface="Tahoma"/>
                <a:cs typeface="Tahoma"/>
              </a:rPr>
              <a:t>Build</a:t>
            </a:r>
            <a:r>
              <a:rPr dirty="0" sz="1850" spc="-1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850" spc="65">
                <a:solidFill>
                  <a:srgbClr val="FFFFFF"/>
                </a:solidFill>
                <a:latin typeface="Tahoma"/>
                <a:cs typeface="Tahoma"/>
              </a:rPr>
              <a:t>Profile</a:t>
            </a:r>
            <a:endParaRPr sz="1850">
              <a:latin typeface="Tahoma"/>
              <a:cs typeface="Tahoma"/>
            </a:endParaRPr>
          </a:p>
          <a:p>
            <a:pPr algn="ctr" marL="85090" marR="119380">
              <a:lnSpc>
                <a:spcPct val="108900"/>
              </a:lnSpc>
              <a:spcBef>
                <a:spcPts val="800"/>
              </a:spcBef>
            </a:pPr>
            <a:r>
              <a:rPr dirty="0" sz="1450">
                <a:solidFill>
                  <a:srgbClr val="E4DFDE"/>
                </a:solidFill>
                <a:latin typeface="Roboto"/>
                <a:cs typeface="Roboto"/>
              </a:rPr>
              <a:t>Entercity,</a:t>
            </a:r>
            <a:r>
              <a:rPr dirty="0" sz="1450" spc="-4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50" spc="-20">
                <a:solidFill>
                  <a:srgbClr val="E4DFDE"/>
                </a:solidFill>
                <a:latin typeface="Roboto"/>
                <a:cs typeface="Roboto"/>
              </a:rPr>
              <a:t>age, </a:t>
            </a:r>
            <a:r>
              <a:rPr dirty="0" sz="1450">
                <a:solidFill>
                  <a:srgbClr val="E4DFDE"/>
                </a:solidFill>
                <a:latin typeface="Roboto"/>
                <a:cs typeface="Roboto"/>
              </a:rPr>
              <a:t>health,</a:t>
            </a:r>
            <a:r>
              <a:rPr dirty="0" sz="1450" spc="-5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50" spc="-25">
                <a:solidFill>
                  <a:srgbClr val="E4DFDE"/>
                </a:solidFill>
                <a:latin typeface="Roboto"/>
                <a:cs typeface="Roboto"/>
              </a:rPr>
              <a:t>job</a:t>
            </a:r>
            <a:endParaRPr sz="1450">
              <a:latin typeface="Roboto"/>
              <a:cs typeface="Robo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90652" y="2937061"/>
            <a:ext cx="1416685" cy="1174115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algn="ctr" marL="160020" marR="142240">
              <a:lnSpc>
                <a:spcPct val="103899"/>
              </a:lnSpc>
              <a:spcBef>
                <a:spcPts val="15"/>
              </a:spcBef>
            </a:pPr>
            <a:r>
              <a:rPr dirty="0" sz="1850" spc="50">
                <a:solidFill>
                  <a:srgbClr val="FFFFFF"/>
                </a:solidFill>
                <a:latin typeface="Tahoma"/>
                <a:cs typeface="Tahoma"/>
              </a:rPr>
              <a:t>Fetch</a:t>
            </a:r>
            <a:r>
              <a:rPr dirty="0" sz="1850" spc="-1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850" spc="40">
                <a:solidFill>
                  <a:srgbClr val="FFFFFF"/>
                </a:solidFill>
                <a:latin typeface="Tahoma"/>
                <a:cs typeface="Tahoma"/>
              </a:rPr>
              <a:t>Live </a:t>
            </a:r>
            <a:r>
              <a:rPr dirty="0" sz="1850" spc="30">
                <a:solidFill>
                  <a:srgbClr val="FFFFFF"/>
                </a:solidFill>
                <a:latin typeface="Tahoma"/>
                <a:cs typeface="Tahoma"/>
              </a:rPr>
              <a:t>Data</a:t>
            </a:r>
            <a:endParaRPr sz="1850">
              <a:latin typeface="Tahoma"/>
              <a:cs typeface="Tahoma"/>
            </a:endParaRPr>
          </a:p>
          <a:p>
            <a:pPr algn="ctr" marL="12700" marR="5080">
              <a:lnSpc>
                <a:spcPct val="104099"/>
              </a:lnSpc>
              <a:spcBef>
                <a:spcPts val="885"/>
              </a:spcBef>
            </a:pPr>
            <a:r>
              <a:rPr dirty="0" sz="1450">
                <a:solidFill>
                  <a:srgbClr val="E4DFDE"/>
                </a:solidFill>
                <a:latin typeface="Roboto"/>
                <a:cs typeface="Roboto"/>
              </a:rPr>
              <a:t>Pull</a:t>
            </a:r>
            <a:r>
              <a:rPr dirty="0" sz="1450" spc="-2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50">
                <a:solidFill>
                  <a:srgbClr val="E4DFDE"/>
                </a:solidFill>
                <a:latin typeface="Roboto"/>
                <a:cs typeface="Roboto"/>
              </a:rPr>
              <a:t>weather</a:t>
            </a:r>
            <a:r>
              <a:rPr dirty="0" sz="1450" spc="-2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50" spc="-25">
                <a:solidFill>
                  <a:srgbClr val="E4DFDE"/>
                </a:solidFill>
                <a:latin typeface="Roboto"/>
                <a:cs typeface="Roboto"/>
              </a:rPr>
              <a:t>and </a:t>
            </a:r>
            <a:r>
              <a:rPr dirty="0" sz="1450">
                <a:solidFill>
                  <a:srgbClr val="E4DFDE"/>
                </a:solidFill>
                <a:latin typeface="Roboto"/>
                <a:cs typeface="Roboto"/>
              </a:rPr>
              <a:t>AQI in real </a:t>
            </a:r>
            <a:r>
              <a:rPr dirty="0" sz="1450" spc="-20">
                <a:solidFill>
                  <a:srgbClr val="E4DFDE"/>
                </a:solidFill>
                <a:latin typeface="Roboto"/>
                <a:cs typeface="Roboto"/>
              </a:rPr>
              <a:t>time</a:t>
            </a:r>
            <a:endParaRPr sz="1450">
              <a:latin typeface="Roboto"/>
              <a:cs typeface="Robot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342111" y="2999372"/>
            <a:ext cx="1432560" cy="1038860"/>
          </a:xfrm>
          <a:prstGeom prst="rect">
            <a:avLst/>
          </a:prstGeom>
        </p:spPr>
        <p:txBody>
          <a:bodyPr wrap="square" lIns="0" tIns="160020" rIns="0" bIns="0" rtlCol="0" vert="horz">
            <a:spAutoFit/>
          </a:bodyPr>
          <a:lstStyle/>
          <a:p>
            <a:pPr algn="ctr" marL="49530">
              <a:lnSpc>
                <a:spcPct val="100000"/>
              </a:lnSpc>
              <a:spcBef>
                <a:spcPts val="1260"/>
              </a:spcBef>
            </a:pPr>
            <a:r>
              <a:rPr dirty="0" sz="1850">
                <a:solidFill>
                  <a:srgbClr val="FFFFFF"/>
                </a:solidFill>
                <a:latin typeface="Tahoma"/>
                <a:cs typeface="Tahoma"/>
              </a:rPr>
              <a:t>AI</a:t>
            </a:r>
            <a:r>
              <a:rPr dirty="0" sz="1850" spc="-1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850" spc="80">
                <a:solidFill>
                  <a:srgbClr val="FFFFFF"/>
                </a:solidFill>
                <a:latin typeface="Tahoma"/>
                <a:cs typeface="Tahoma"/>
              </a:rPr>
              <a:t>Analysis</a:t>
            </a:r>
            <a:endParaRPr sz="1850">
              <a:latin typeface="Tahoma"/>
              <a:cs typeface="Tahoma"/>
            </a:endParaRPr>
          </a:p>
          <a:p>
            <a:pPr algn="ctr" marL="12700" marR="5080">
              <a:lnSpc>
                <a:spcPct val="108900"/>
              </a:lnSpc>
              <a:spcBef>
                <a:spcPts val="800"/>
              </a:spcBef>
            </a:pPr>
            <a:r>
              <a:rPr dirty="0" sz="1450" spc="-10">
                <a:solidFill>
                  <a:srgbClr val="E4DFDE"/>
                </a:solidFill>
                <a:latin typeface="Roboto"/>
                <a:cs typeface="Roboto"/>
              </a:rPr>
              <a:t>Matchconditions </a:t>
            </a:r>
            <a:r>
              <a:rPr dirty="0" sz="1450">
                <a:solidFill>
                  <a:srgbClr val="E4DFDE"/>
                </a:solidFill>
                <a:latin typeface="Roboto"/>
                <a:cs typeface="Roboto"/>
              </a:rPr>
              <a:t>to</a:t>
            </a:r>
            <a:r>
              <a:rPr dirty="0" sz="1450" spc="-2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50">
                <a:solidFill>
                  <a:srgbClr val="E4DFDE"/>
                </a:solidFill>
                <a:latin typeface="Roboto"/>
                <a:cs typeface="Roboto"/>
              </a:rPr>
              <a:t>your</a:t>
            </a:r>
            <a:r>
              <a:rPr dirty="0" sz="1450" spc="-1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50" spc="-10">
                <a:solidFill>
                  <a:srgbClr val="E4DFDE"/>
                </a:solidFill>
                <a:latin typeface="Roboto"/>
                <a:cs typeface="Roboto"/>
              </a:rPr>
              <a:t>profile</a:t>
            </a:r>
            <a:endParaRPr sz="1450">
              <a:latin typeface="Roboto"/>
              <a:cs typeface="Robot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413370" y="2695804"/>
            <a:ext cx="1101725" cy="1415415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algn="ctr" marL="52069" marR="36830">
              <a:lnSpc>
                <a:spcPct val="101400"/>
              </a:lnSpc>
              <a:spcBef>
                <a:spcPts val="70"/>
              </a:spcBef>
            </a:pPr>
            <a:r>
              <a:rPr dirty="0" sz="1850" spc="35">
                <a:solidFill>
                  <a:srgbClr val="FFFFFF"/>
                </a:solidFill>
                <a:latin typeface="Tahoma"/>
                <a:cs typeface="Tahoma"/>
              </a:rPr>
              <a:t>Generate </a:t>
            </a:r>
            <a:r>
              <a:rPr dirty="0" sz="1850" spc="75">
                <a:solidFill>
                  <a:srgbClr val="FFFFFF"/>
                </a:solidFill>
                <a:latin typeface="Tahoma"/>
                <a:cs typeface="Tahoma"/>
              </a:rPr>
              <a:t>Advisory</a:t>
            </a:r>
            <a:endParaRPr sz="1850">
              <a:latin typeface="Tahoma"/>
              <a:cs typeface="Tahoma"/>
            </a:endParaRPr>
          </a:p>
          <a:p>
            <a:pPr algn="ctr" marL="12700" marR="5080">
              <a:lnSpc>
                <a:spcPct val="106100"/>
              </a:lnSpc>
              <a:spcBef>
                <a:spcPts val="930"/>
              </a:spcBef>
            </a:pPr>
            <a:r>
              <a:rPr dirty="0" sz="1450" spc="-55">
                <a:solidFill>
                  <a:srgbClr val="E4DFDE"/>
                </a:solidFill>
                <a:latin typeface="Roboto"/>
                <a:cs typeface="Roboto"/>
              </a:rPr>
              <a:t>Plain-</a:t>
            </a:r>
            <a:r>
              <a:rPr dirty="0" sz="1450" spc="-10">
                <a:solidFill>
                  <a:srgbClr val="E4DFDE"/>
                </a:solidFill>
                <a:latin typeface="Roboto"/>
                <a:cs typeface="Roboto"/>
              </a:rPr>
              <a:t>English personalized guidance</a:t>
            </a:r>
            <a:endParaRPr sz="1450">
              <a:latin typeface="Roboto"/>
              <a:cs typeface="Robot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042403" y="2999372"/>
            <a:ext cx="1531620" cy="1038860"/>
          </a:xfrm>
          <a:prstGeom prst="rect">
            <a:avLst/>
          </a:prstGeom>
        </p:spPr>
        <p:txBody>
          <a:bodyPr wrap="square" lIns="0" tIns="160020" rIns="0" bIns="0" rtlCol="0" vert="horz">
            <a:spAutoFit/>
          </a:bodyPr>
          <a:lstStyle/>
          <a:p>
            <a:pPr marL="139700">
              <a:lnSpc>
                <a:spcPct val="100000"/>
              </a:lnSpc>
              <a:spcBef>
                <a:spcPts val="1260"/>
              </a:spcBef>
            </a:pPr>
            <a:r>
              <a:rPr dirty="0" sz="1850" spc="90">
                <a:solidFill>
                  <a:srgbClr val="FFFFFF"/>
                </a:solidFill>
                <a:latin typeface="Tahoma"/>
                <a:cs typeface="Tahoma"/>
              </a:rPr>
              <a:t>View</a:t>
            </a:r>
            <a:r>
              <a:rPr dirty="0" sz="1850" spc="-1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850" spc="-10">
                <a:solidFill>
                  <a:srgbClr val="FFFFFF"/>
                </a:solidFill>
                <a:latin typeface="Tahoma"/>
                <a:cs typeface="Tahoma"/>
              </a:rPr>
              <a:t>Trends</a:t>
            </a:r>
            <a:endParaRPr sz="1850">
              <a:latin typeface="Tahoma"/>
              <a:cs typeface="Tahoma"/>
            </a:endParaRPr>
          </a:p>
          <a:p>
            <a:pPr marL="200025" marR="5080" indent="-187960">
              <a:lnSpc>
                <a:spcPct val="108900"/>
              </a:lnSpc>
              <a:spcBef>
                <a:spcPts val="800"/>
              </a:spcBef>
            </a:pPr>
            <a:r>
              <a:rPr dirty="0" sz="1450">
                <a:solidFill>
                  <a:srgbClr val="E4DFDE"/>
                </a:solidFill>
                <a:latin typeface="Roboto"/>
                <a:cs typeface="Roboto"/>
              </a:rPr>
              <a:t>Seepastalerts</a:t>
            </a:r>
            <a:r>
              <a:rPr dirty="0" sz="1450" spc="-5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50" spc="-25">
                <a:solidFill>
                  <a:srgbClr val="E4DFDE"/>
                </a:solidFill>
                <a:latin typeface="Roboto"/>
                <a:cs typeface="Roboto"/>
              </a:rPr>
              <a:t>and </a:t>
            </a:r>
            <a:r>
              <a:rPr dirty="0" sz="1450">
                <a:solidFill>
                  <a:srgbClr val="E4DFDE"/>
                </a:solidFill>
                <a:latin typeface="Roboto"/>
                <a:cs typeface="Roboto"/>
              </a:rPr>
              <a:t>actionable</a:t>
            </a:r>
            <a:r>
              <a:rPr dirty="0" sz="1450" spc="-2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50" spc="-20">
                <a:solidFill>
                  <a:srgbClr val="E4DFDE"/>
                </a:solidFill>
                <a:latin typeface="Roboto"/>
                <a:cs typeface="Roboto"/>
              </a:rPr>
              <a:t>tips</a:t>
            </a:r>
            <a:endParaRPr sz="1450">
              <a:latin typeface="Roboto"/>
              <a:cs typeface="Roboto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48839" y="5312660"/>
            <a:ext cx="7841615" cy="25272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>
                <a:solidFill>
                  <a:srgbClr val="E4DFDE"/>
                </a:solidFill>
                <a:latin typeface="Roboto"/>
                <a:cs typeface="Roboto"/>
              </a:rPr>
              <a:t>From</a:t>
            </a:r>
            <a:r>
              <a:rPr dirty="0" sz="1450" spc="1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50">
                <a:solidFill>
                  <a:srgbClr val="E4DFDE"/>
                </a:solidFill>
                <a:latin typeface="Roboto"/>
                <a:cs typeface="Roboto"/>
              </a:rPr>
              <a:t>profile</a:t>
            </a:r>
            <a:r>
              <a:rPr dirty="0" sz="1450" spc="1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50">
                <a:solidFill>
                  <a:srgbClr val="E4DFDE"/>
                </a:solidFill>
                <a:latin typeface="Roboto"/>
                <a:cs typeface="Roboto"/>
              </a:rPr>
              <a:t>setup</a:t>
            </a:r>
            <a:r>
              <a:rPr dirty="0" sz="1450" spc="1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50">
                <a:solidFill>
                  <a:srgbClr val="E4DFDE"/>
                </a:solidFill>
                <a:latin typeface="Roboto"/>
                <a:cs typeface="Roboto"/>
              </a:rPr>
              <a:t>to</a:t>
            </a:r>
            <a:r>
              <a:rPr dirty="0" sz="1450" spc="1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50">
                <a:solidFill>
                  <a:srgbClr val="E4DFDE"/>
                </a:solidFill>
                <a:latin typeface="Roboto"/>
                <a:cs typeface="Roboto"/>
              </a:rPr>
              <a:t>personalized</a:t>
            </a:r>
            <a:r>
              <a:rPr dirty="0" sz="1450" spc="1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50">
                <a:solidFill>
                  <a:srgbClr val="E4DFDE"/>
                </a:solidFill>
                <a:latin typeface="Roboto"/>
                <a:cs typeface="Roboto"/>
              </a:rPr>
              <a:t>advisory</a:t>
            </a:r>
            <a:r>
              <a:rPr dirty="0" sz="1450" spc="1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50">
                <a:solidFill>
                  <a:srgbClr val="E4DFDE"/>
                </a:solidFill>
                <a:latin typeface="Roboto"/>
                <a:cs typeface="Roboto"/>
              </a:rPr>
              <a:t>in</a:t>
            </a:r>
            <a:r>
              <a:rPr dirty="0" sz="1450" spc="1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50">
                <a:solidFill>
                  <a:srgbClr val="E4DFDE"/>
                </a:solidFill>
                <a:latin typeface="Roboto"/>
                <a:cs typeface="Roboto"/>
              </a:rPr>
              <a:t>seconds</a:t>
            </a:r>
            <a:r>
              <a:rPr dirty="0" sz="1450" spc="1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50">
                <a:solidFill>
                  <a:srgbClr val="E4DFDE"/>
                </a:solidFill>
                <a:latin typeface="Roboto"/>
                <a:cs typeface="Roboto"/>
              </a:rPr>
              <a:t>—</a:t>
            </a:r>
            <a:r>
              <a:rPr dirty="0" sz="1450" spc="1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50">
                <a:solidFill>
                  <a:srgbClr val="E4DFDE"/>
                </a:solidFill>
                <a:latin typeface="Roboto"/>
                <a:cs typeface="Roboto"/>
              </a:rPr>
              <a:t>powered</a:t>
            </a:r>
            <a:r>
              <a:rPr dirty="0" sz="1450" spc="1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50">
                <a:solidFill>
                  <a:srgbClr val="E4DFDE"/>
                </a:solidFill>
                <a:latin typeface="Roboto"/>
                <a:cs typeface="Roboto"/>
              </a:rPr>
              <a:t>entirely</a:t>
            </a:r>
            <a:r>
              <a:rPr dirty="0" sz="1450" spc="1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50">
                <a:solidFill>
                  <a:srgbClr val="E4DFDE"/>
                </a:solidFill>
                <a:latin typeface="Roboto"/>
                <a:cs typeface="Roboto"/>
              </a:rPr>
              <a:t>by</a:t>
            </a:r>
            <a:r>
              <a:rPr dirty="0" sz="1450" spc="1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50">
                <a:solidFill>
                  <a:srgbClr val="E4DFDE"/>
                </a:solidFill>
                <a:latin typeface="Roboto"/>
                <a:cs typeface="Roboto"/>
              </a:rPr>
              <a:t>free,</a:t>
            </a:r>
            <a:r>
              <a:rPr dirty="0" sz="1450" spc="1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50">
                <a:solidFill>
                  <a:srgbClr val="E4DFDE"/>
                </a:solidFill>
                <a:latin typeface="Roboto"/>
                <a:cs typeface="Roboto"/>
              </a:rPr>
              <a:t>open</a:t>
            </a:r>
            <a:r>
              <a:rPr dirty="0" sz="1450" spc="1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50" spc="-10">
                <a:solidFill>
                  <a:srgbClr val="E4DFDE"/>
                </a:solidFill>
                <a:latin typeface="Roboto"/>
                <a:cs typeface="Roboto"/>
              </a:rPr>
              <a:t>APIs.</a:t>
            </a:r>
            <a:endParaRPr sz="145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2550" y="2181225"/>
            <a:ext cx="5553074" cy="314324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3892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950" spc="50"/>
              <a:t>Tech</a:t>
            </a:r>
            <a:r>
              <a:rPr dirty="0" sz="2950" spc="-155"/>
              <a:t> </a:t>
            </a:r>
            <a:r>
              <a:rPr dirty="0" sz="2950"/>
              <a:t>Stack:</a:t>
            </a:r>
            <a:r>
              <a:rPr dirty="0" sz="2950" spc="-150"/>
              <a:t> </a:t>
            </a:r>
            <a:r>
              <a:rPr dirty="0" sz="2950" spc="140"/>
              <a:t>Built</a:t>
            </a:r>
            <a:r>
              <a:rPr dirty="0" sz="2950" spc="-150"/>
              <a:t> </a:t>
            </a:r>
            <a:r>
              <a:rPr dirty="0" sz="2950" spc="110"/>
              <a:t>on</a:t>
            </a:r>
            <a:r>
              <a:rPr dirty="0" sz="2950" spc="-155"/>
              <a:t> </a:t>
            </a:r>
            <a:r>
              <a:rPr dirty="0" sz="2950" spc="50"/>
              <a:t>Free,</a:t>
            </a:r>
            <a:r>
              <a:rPr dirty="0" sz="2950" spc="-150"/>
              <a:t> </a:t>
            </a:r>
            <a:r>
              <a:rPr dirty="0" sz="2950" spc="85"/>
              <a:t>Open</a:t>
            </a:r>
            <a:r>
              <a:rPr dirty="0" sz="2950" spc="-155"/>
              <a:t> </a:t>
            </a:r>
            <a:r>
              <a:rPr dirty="0" sz="2950" spc="100"/>
              <a:t>APIs</a:t>
            </a:r>
            <a:endParaRPr sz="2950"/>
          </a:p>
        </p:txBody>
      </p:sp>
      <p:sp>
        <p:nvSpPr>
          <p:cNvPr id="4" name="object 4"/>
          <p:cNvSpPr txBox="1"/>
          <p:nvPr/>
        </p:nvSpPr>
        <p:spPr>
          <a:xfrm>
            <a:off x="7962848" y="1470209"/>
            <a:ext cx="3503295" cy="435483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60">
                <a:solidFill>
                  <a:srgbClr val="FFFFFF"/>
                </a:solidFill>
                <a:latin typeface="Tahoma"/>
                <a:cs typeface="Tahoma"/>
              </a:rPr>
              <a:t>Zero</a:t>
            </a:r>
            <a:r>
              <a:rPr dirty="0" sz="1450" spc="-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FFFFFF"/>
                </a:solidFill>
                <a:latin typeface="Tahoma"/>
                <a:cs typeface="Tahoma"/>
              </a:rPr>
              <a:t>Cost.</a:t>
            </a:r>
            <a:r>
              <a:rPr dirty="0" sz="1450" spc="-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50" spc="95">
                <a:solidFill>
                  <a:srgbClr val="FFFFFF"/>
                </a:solidFill>
                <a:latin typeface="Tahoma"/>
                <a:cs typeface="Tahoma"/>
              </a:rPr>
              <a:t>Maximum</a:t>
            </a:r>
            <a:r>
              <a:rPr dirty="0" sz="1450" spc="-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50" spc="55">
                <a:solidFill>
                  <a:srgbClr val="FFFFFF"/>
                </a:solidFill>
                <a:latin typeface="Tahoma"/>
                <a:cs typeface="Tahoma"/>
              </a:rPr>
              <a:t>Power.</a:t>
            </a:r>
            <a:endParaRPr sz="1450">
              <a:latin typeface="Tahoma"/>
              <a:cs typeface="Tahoma"/>
            </a:endParaRPr>
          </a:p>
          <a:p>
            <a:pPr marL="473709">
              <a:lnSpc>
                <a:spcPct val="100000"/>
              </a:lnSpc>
              <a:spcBef>
                <a:spcPts val="1570"/>
              </a:spcBef>
            </a:pPr>
            <a:r>
              <a:rPr dirty="0" sz="1450">
                <a:solidFill>
                  <a:srgbClr val="E4DFDE"/>
                </a:solidFill>
                <a:latin typeface="Tahoma"/>
                <a:cs typeface="Tahoma"/>
              </a:rPr>
              <a:t>Open-</a:t>
            </a:r>
            <a:r>
              <a:rPr dirty="0" sz="1450" spc="80">
                <a:solidFill>
                  <a:srgbClr val="E4DFDE"/>
                </a:solidFill>
                <a:latin typeface="Tahoma"/>
                <a:cs typeface="Tahoma"/>
              </a:rPr>
              <a:t>Meteo</a:t>
            </a:r>
            <a:endParaRPr sz="1450">
              <a:latin typeface="Tahoma"/>
              <a:cs typeface="Tahoma"/>
            </a:endParaRPr>
          </a:p>
          <a:p>
            <a:pPr marL="473709" marR="133985">
              <a:lnSpc>
                <a:spcPct val="109400"/>
              </a:lnSpc>
              <a:spcBef>
                <a:spcPts val="100"/>
              </a:spcBef>
            </a:pPr>
            <a:r>
              <a:rPr dirty="0" sz="1200" b="1">
                <a:solidFill>
                  <a:srgbClr val="E4DFDE"/>
                </a:solidFill>
                <a:latin typeface="Roboto"/>
                <a:cs typeface="Roboto"/>
              </a:rPr>
              <a:t>Weather</a:t>
            </a:r>
            <a:r>
              <a:rPr dirty="0" sz="1200" spc="-45" b="1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E4DFDE"/>
                </a:solidFill>
                <a:latin typeface="Roboto"/>
                <a:cs typeface="Roboto"/>
              </a:rPr>
              <a:t>—</a:t>
            </a:r>
            <a:r>
              <a:rPr dirty="0" sz="1200" spc="-4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E4DFDE"/>
                </a:solidFill>
                <a:latin typeface="Roboto"/>
                <a:cs typeface="Roboto"/>
              </a:rPr>
              <a:t>free</a:t>
            </a:r>
            <a:r>
              <a:rPr dirty="0" sz="1200" spc="-4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E4DFDE"/>
                </a:solidFill>
                <a:latin typeface="Roboto"/>
                <a:cs typeface="Roboto"/>
              </a:rPr>
              <a:t>tier,</a:t>
            </a:r>
            <a:r>
              <a:rPr dirty="0" sz="1200" spc="-4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E4DFDE"/>
                </a:solidFill>
                <a:latin typeface="Roboto"/>
                <a:cs typeface="Roboto"/>
              </a:rPr>
              <a:t>no</a:t>
            </a:r>
            <a:r>
              <a:rPr dirty="0" sz="1200" spc="-4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00" spc="-20">
                <a:solidFill>
                  <a:srgbClr val="E4DFDE"/>
                </a:solidFill>
                <a:latin typeface="Roboto"/>
                <a:cs typeface="Roboto"/>
              </a:rPr>
              <a:t>signup</a:t>
            </a:r>
            <a:r>
              <a:rPr dirty="0" sz="1200" spc="-4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00" spc="-20">
                <a:solidFill>
                  <a:srgbClr val="E4DFDE"/>
                </a:solidFill>
                <a:latin typeface="Roboto"/>
                <a:cs typeface="Roboto"/>
              </a:rPr>
              <a:t>required,</a:t>
            </a:r>
            <a:r>
              <a:rPr dirty="0" sz="1200" spc="-4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00" spc="-20">
                <a:solidFill>
                  <a:srgbClr val="E4DFDE"/>
                </a:solidFill>
                <a:latin typeface="Roboto"/>
                <a:cs typeface="Roboto"/>
              </a:rPr>
              <a:t>live </a:t>
            </a:r>
            <a:r>
              <a:rPr dirty="0" sz="1200" spc="-10">
                <a:solidFill>
                  <a:srgbClr val="E4DFDE"/>
                </a:solidFill>
                <a:latin typeface="Roboto"/>
                <a:cs typeface="Roboto"/>
              </a:rPr>
              <a:t>forecasts</a:t>
            </a:r>
            <a:r>
              <a:rPr dirty="0" sz="1200" spc="-2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E4DFDE"/>
                </a:solidFill>
                <a:latin typeface="Roboto"/>
                <a:cs typeface="Roboto"/>
              </a:rPr>
              <a:t>+</a:t>
            </a:r>
            <a:r>
              <a:rPr dirty="0" sz="1200" spc="-20">
                <a:solidFill>
                  <a:srgbClr val="E4DFDE"/>
                </a:solidFill>
                <a:latin typeface="Roboto"/>
                <a:cs typeface="Roboto"/>
              </a:rPr>
              <a:t> historical</a:t>
            </a:r>
            <a:r>
              <a:rPr dirty="0" sz="1200" spc="-2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00" spc="-20">
                <a:solidFill>
                  <a:srgbClr val="E4DFDE"/>
                </a:solidFill>
                <a:latin typeface="Roboto"/>
                <a:cs typeface="Roboto"/>
              </a:rPr>
              <a:t>data.</a:t>
            </a:r>
            <a:endParaRPr sz="120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12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710"/>
              </a:spcBef>
            </a:pPr>
            <a:endParaRPr sz="1200">
              <a:latin typeface="Roboto"/>
              <a:cs typeface="Roboto"/>
            </a:endParaRPr>
          </a:p>
          <a:p>
            <a:pPr marL="473709">
              <a:lnSpc>
                <a:spcPct val="100000"/>
              </a:lnSpc>
            </a:pPr>
            <a:r>
              <a:rPr dirty="0" sz="1450" spc="50">
                <a:solidFill>
                  <a:srgbClr val="E4DFDE"/>
                </a:solidFill>
                <a:latin typeface="Tahoma"/>
                <a:cs typeface="Tahoma"/>
              </a:rPr>
              <a:t>WAQI</a:t>
            </a:r>
            <a:r>
              <a:rPr dirty="0" sz="1450" spc="-9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E4DFDE"/>
                </a:solidFill>
                <a:latin typeface="Tahoma"/>
                <a:cs typeface="Tahoma"/>
              </a:rPr>
              <a:t>/</a:t>
            </a:r>
            <a:r>
              <a:rPr dirty="0" sz="1450" spc="-9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450" spc="-10">
                <a:solidFill>
                  <a:srgbClr val="E4DFDE"/>
                </a:solidFill>
                <a:latin typeface="Tahoma"/>
                <a:cs typeface="Tahoma"/>
              </a:rPr>
              <a:t>data.gov.in</a:t>
            </a:r>
            <a:endParaRPr sz="1450">
              <a:latin typeface="Tahoma"/>
              <a:cs typeface="Tahoma"/>
            </a:endParaRPr>
          </a:p>
          <a:p>
            <a:pPr marL="473709" marR="320675">
              <a:lnSpc>
                <a:spcPct val="114599"/>
              </a:lnSpc>
              <a:spcBef>
                <a:spcPts val="25"/>
              </a:spcBef>
            </a:pPr>
            <a:r>
              <a:rPr dirty="0" sz="1200" b="1">
                <a:solidFill>
                  <a:srgbClr val="E4DFDE"/>
                </a:solidFill>
                <a:latin typeface="Roboto"/>
                <a:cs typeface="Roboto"/>
              </a:rPr>
              <a:t>AQI</a:t>
            </a:r>
            <a:r>
              <a:rPr dirty="0" sz="1200" spc="50" b="1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E4DFDE"/>
                </a:solidFill>
                <a:latin typeface="Roboto"/>
                <a:cs typeface="Roboto"/>
              </a:rPr>
              <a:t>—</a:t>
            </a:r>
            <a:r>
              <a:rPr dirty="0" sz="1200" spc="5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00" spc="-65">
                <a:solidFill>
                  <a:srgbClr val="E4DFDE"/>
                </a:solidFill>
                <a:latin typeface="Roboto"/>
                <a:cs typeface="Roboto"/>
              </a:rPr>
              <a:t>real-</a:t>
            </a:r>
            <a:r>
              <a:rPr dirty="0" sz="1200">
                <a:solidFill>
                  <a:srgbClr val="E4DFDE"/>
                </a:solidFill>
                <a:latin typeface="Roboto"/>
                <a:cs typeface="Roboto"/>
              </a:rPr>
              <a:t>time</a:t>
            </a:r>
            <a:r>
              <a:rPr dirty="0" sz="1200" spc="5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E4DFDE"/>
                </a:solidFill>
                <a:latin typeface="Roboto"/>
                <a:cs typeface="Roboto"/>
              </a:rPr>
              <a:t>air</a:t>
            </a:r>
            <a:r>
              <a:rPr dirty="0" sz="1200" spc="5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E4DFDE"/>
                </a:solidFill>
                <a:latin typeface="Roboto"/>
                <a:cs typeface="Roboto"/>
              </a:rPr>
              <a:t>quality</a:t>
            </a:r>
            <a:r>
              <a:rPr dirty="0" sz="1200" spc="5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E4DFDE"/>
                </a:solidFill>
                <a:latin typeface="Roboto"/>
                <a:cs typeface="Roboto"/>
              </a:rPr>
              <a:t>index</a:t>
            </a:r>
            <a:r>
              <a:rPr dirty="0" sz="1200" spc="5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E4DFDE"/>
                </a:solidFill>
                <a:latin typeface="Roboto"/>
                <a:cs typeface="Roboto"/>
              </a:rPr>
              <a:t>across </a:t>
            </a:r>
            <a:r>
              <a:rPr dirty="0" sz="1200" spc="-25">
                <a:solidFill>
                  <a:srgbClr val="E4DFDE"/>
                </a:solidFill>
                <a:latin typeface="Roboto"/>
                <a:cs typeface="Roboto"/>
              </a:rPr>
              <a:t>hundreds</a:t>
            </a:r>
            <a:r>
              <a:rPr dirty="0" sz="1200" spc="-1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E4DFDE"/>
                </a:solidFill>
                <a:latin typeface="Roboto"/>
                <a:cs typeface="Roboto"/>
              </a:rPr>
              <a:t>of</a:t>
            </a:r>
            <a:r>
              <a:rPr dirty="0" sz="1200" spc="-1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00" spc="-25">
                <a:solidFill>
                  <a:srgbClr val="E4DFDE"/>
                </a:solidFill>
                <a:latin typeface="Roboto"/>
                <a:cs typeface="Roboto"/>
              </a:rPr>
              <a:t>Indian</a:t>
            </a:r>
            <a:r>
              <a:rPr dirty="0" sz="1200" spc="-1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00" spc="-25">
                <a:solidFill>
                  <a:srgbClr val="E4DFDE"/>
                </a:solidFill>
                <a:latin typeface="Roboto"/>
                <a:cs typeface="Roboto"/>
              </a:rPr>
              <a:t>monitoring</a:t>
            </a:r>
            <a:r>
              <a:rPr dirty="0" sz="1200" spc="-10">
                <a:solidFill>
                  <a:srgbClr val="E4DFDE"/>
                </a:solidFill>
                <a:latin typeface="Roboto"/>
                <a:cs typeface="Roboto"/>
              </a:rPr>
              <a:t> stations.</a:t>
            </a:r>
            <a:endParaRPr sz="120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12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605"/>
              </a:spcBef>
            </a:pPr>
            <a:endParaRPr sz="1200">
              <a:latin typeface="Roboto"/>
              <a:cs typeface="Roboto"/>
            </a:endParaRPr>
          </a:p>
          <a:p>
            <a:pPr marL="473709">
              <a:lnSpc>
                <a:spcPct val="100000"/>
              </a:lnSpc>
            </a:pPr>
            <a:r>
              <a:rPr dirty="0" sz="1450">
                <a:solidFill>
                  <a:srgbClr val="E4DFDE"/>
                </a:solidFill>
                <a:latin typeface="Tahoma"/>
                <a:cs typeface="Tahoma"/>
              </a:rPr>
              <a:t>Groq / </a:t>
            </a:r>
            <a:r>
              <a:rPr dirty="0" sz="1450" spc="45">
                <a:solidFill>
                  <a:srgbClr val="E4DFDE"/>
                </a:solidFill>
                <a:latin typeface="Tahoma"/>
                <a:cs typeface="Tahoma"/>
              </a:rPr>
              <a:t>Gemini</a:t>
            </a:r>
            <a:endParaRPr sz="1450">
              <a:latin typeface="Tahoma"/>
              <a:cs typeface="Tahoma"/>
            </a:endParaRPr>
          </a:p>
          <a:p>
            <a:pPr marL="473709" marR="5080">
              <a:lnSpc>
                <a:spcPct val="114599"/>
              </a:lnSpc>
              <a:spcBef>
                <a:spcPts val="25"/>
              </a:spcBef>
            </a:pPr>
            <a:r>
              <a:rPr dirty="0" sz="1200" b="1">
                <a:solidFill>
                  <a:srgbClr val="E4DFDE"/>
                </a:solidFill>
                <a:latin typeface="Roboto"/>
                <a:cs typeface="Roboto"/>
              </a:rPr>
              <a:t>AI</a:t>
            </a:r>
            <a:r>
              <a:rPr dirty="0" sz="1200" spc="-45" b="1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00" b="1">
                <a:solidFill>
                  <a:srgbClr val="E4DFDE"/>
                </a:solidFill>
                <a:latin typeface="Roboto"/>
                <a:cs typeface="Roboto"/>
              </a:rPr>
              <a:t>Engine</a:t>
            </a:r>
            <a:r>
              <a:rPr dirty="0" sz="1200" spc="-40" b="1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E4DFDE"/>
                </a:solidFill>
                <a:latin typeface="Roboto"/>
                <a:cs typeface="Roboto"/>
              </a:rPr>
              <a:t>—</a:t>
            </a:r>
            <a:r>
              <a:rPr dirty="0" sz="1200" spc="-4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E4DFDE"/>
                </a:solidFill>
                <a:latin typeface="Roboto"/>
                <a:cs typeface="Roboto"/>
              </a:rPr>
              <a:t>free</a:t>
            </a:r>
            <a:r>
              <a:rPr dirty="0" sz="1200" spc="-4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E4DFDE"/>
                </a:solidFill>
                <a:latin typeface="Roboto"/>
                <a:cs typeface="Roboto"/>
              </a:rPr>
              <a:t>tier</a:t>
            </a:r>
            <a:r>
              <a:rPr dirty="0" sz="1200" spc="-4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E4DFDE"/>
                </a:solidFill>
                <a:latin typeface="Roboto"/>
                <a:cs typeface="Roboto"/>
              </a:rPr>
              <a:t>LLMs</a:t>
            </a:r>
            <a:r>
              <a:rPr dirty="0" sz="1200" spc="-4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E4DFDE"/>
                </a:solidFill>
                <a:latin typeface="Roboto"/>
                <a:cs typeface="Roboto"/>
              </a:rPr>
              <a:t>for</a:t>
            </a:r>
            <a:r>
              <a:rPr dirty="0" sz="1200" spc="-4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E4DFDE"/>
                </a:solidFill>
                <a:latin typeface="Roboto"/>
                <a:cs typeface="Roboto"/>
              </a:rPr>
              <a:t>fast,</a:t>
            </a:r>
            <a:r>
              <a:rPr dirty="0" sz="1200" spc="-4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E4DFDE"/>
                </a:solidFill>
                <a:latin typeface="Roboto"/>
                <a:cs typeface="Roboto"/>
              </a:rPr>
              <a:t>intelligent </a:t>
            </a:r>
            <a:r>
              <a:rPr dirty="0" sz="1200" spc="-25">
                <a:solidFill>
                  <a:srgbClr val="E4DFDE"/>
                </a:solidFill>
                <a:latin typeface="Roboto"/>
                <a:cs typeface="Roboto"/>
              </a:rPr>
              <a:t>advisory</a:t>
            </a:r>
            <a:r>
              <a:rPr dirty="0" sz="1200" spc="-1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E4DFDE"/>
                </a:solidFill>
                <a:latin typeface="Roboto"/>
                <a:cs typeface="Roboto"/>
              </a:rPr>
              <a:t>generation.</a:t>
            </a:r>
            <a:endParaRPr sz="120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12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sz="1200">
              <a:latin typeface="Roboto"/>
              <a:cs typeface="Roboto"/>
            </a:endParaRPr>
          </a:p>
          <a:p>
            <a:pPr marL="473709">
              <a:lnSpc>
                <a:spcPct val="100000"/>
              </a:lnSpc>
              <a:spcBef>
                <a:spcPts val="5"/>
              </a:spcBef>
            </a:pPr>
            <a:r>
              <a:rPr dirty="0" sz="1450" spc="60">
                <a:solidFill>
                  <a:srgbClr val="E4DFDE"/>
                </a:solidFill>
                <a:latin typeface="Tahoma"/>
                <a:cs typeface="Tahoma"/>
              </a:rPr>
              <a:t>React</a:t>
            </a:r>
            <a:r>
              <a:rPr dirty="0" sz="1450" spc="-9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450" spc="50">
                <a:solidFill>
                  <a:srgbClr val="E4DFDE"/>
                </a:solidFill>
                <a:latin typeface="Tahoma"/>
                <a:cs typeface="Tahoma"/>
              </a:rPr>
              <a:t>Frontend</a:t>
            </a:r>
            <a:endParaRPr sz="1450">
              <a:latin typeface="Tahoma"/>
              <a:cs typeface="Tahoma"/>
            </a:endParaRPr>
          </a:p>
          <a:p>
            <a:pPr marL="473709" marR="472440">
              <a:lnSpc>
                <a:spcPct val="114599"/>
              </a:lnSpc>
              <a:spcBef>
                <a:spcPts val="25"/>
              </a:spcBef>
            </a:pPr>
            <a:r>
              <a:rPr dirty="0" sz="1200" spc="-10" b="1">
                <a:solidFill>
                  <a:srgbClr val="E4DFDE"/>
                </a:solidFill>
                <a:latin typeface="Roboto"/>
                <a:cs typeface="Roboto"/>
              </a:rPr>
              <a:t>Dashboard</a:t>
            </a:r>
            <a:r>
              <a:rPr dirty="0" sz="1200" spc="-50" b="1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E4DFDE"/>
                </a:solidFill>
                <a:latin typeface="Roboto"/>
                <a:cs typeface="Roboto"/>
              </a:rPr>
              <a:t>—</a:t>
            </a:r>
            <a:r>
              <a:rPr dirty="0" sz="1200" spc="-4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E4DFDE"/>
                </a:solidFill>
                <a:latin typeface="Roboto"/>
                <a:cs typeface="Roboto"/>
              </a:rPr>
              <a:t>fast,</a:t>
            </a:r>
            <a:r>
              <a:rPr dirty="0" sz="1200" spc="-4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00" spc="-20">
                <a:solidFill>
                  <a:srgbClr val="E4DFDE"/>
                </a:solidFill>
                <a:latin typeface="Roboto"/>
                <a:cs typeface="Roboto"/>
              </a:rPr>
              <a:t>responsive,</a:t>
            </a:r>
            <a:r>
              <a:rPr dirty="0" sz="1200" spc="-4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E4DFDE"/>
                </a:solidFill>
                <a:latin typeface="Roboto"/>
                <a:cs typeface="Roboto"/>
              </a:rPr>
              <a:t>no</a:t>
            </a:r>
            <a:r>
              <a:rPr dirty="0" sz="1200" spc="-4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00" spc="-20">
                <a:solidFill>
                  <a:srgbClr val="E4DFDE"/>
                </a:solidFill>
                <a:latin typeface="Roboto"/>
                <a:cs typeface="Roboto"/>
              </a:rPr>
              <a:t>paid </a:t>
            </a:r>
            <a:r>
              <a:rPr dirty="0" sz="1200" spc="-10">
                <a:solidFill>
                  <a:srgbClr val="E4DFDE"/>
                </a:solidFill>
                <a:latin typeface="Roboto"/>
                <a:cs typeface="Roboto"/>
              </a:rPr>
              <a:t>services </a:t>
            </a:r>
            <a:r>
              <a:rPr dirty="0" sz="1200">
                <a:solidFill>
                  <a:srgbClr val="E4DFDE"/>
                </a:solidFill>
                <a:latin typeface="Roboto"/>
                <a:cs typeface="Roboto"/>
              </a:rPr>
              <a:t>or</a:t>
            </a:r>
            <a:r>
              <a:rPr dirty="0" sz="1200" spc="-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00" spc="-25">
                <a:solidFill>
                  <a:srgbClr val="E4DFDE"/>
                </a:solidFill>
                <a:latin typeface="Roboto"/>
                <a:cs typeface="Roboto"/>
              </a:rPr>
              <a:t>infrastructure</a:t>
            </a:r>
            <a:r>
              <a:rPr dirty="0" sz="1200" spc="-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00" spc="-65">
                <a:solidFill>
                  <a:srgbClr val="E4DFDE"/>
                </a:solidFill>
                <a:latin typeface="Roboto"/>
                <a:cs typeface="Roboto"/>
              </a:rPr>
              <a:t>lock-</a:t>
            </a:r>
            <a:r>
              <a:rPr dirty="0" sz="1200" spc="-25">
                <a:solidFill>
                  <a:srgbClr val="E4DFDE"/>
                </a:solidFill>
                <a:latin typeface="Roboto"/>
                <a:cs typeface="Roboto"/>
              </a:rPr>
              <a:t>in.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65721" y="1384296"/>
              <a:ext cx="6429374" cy="4743449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5220839" y="714743"/>
            <a:ext cx="2360295" cy="47942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950" spc="215"/>
              <a:t>Key</a:t>
            </a:r>
            <a:r>
              <a:rPr dirty="0" sz="2950" spc="-204"/>
              <a:t> </a:t>
            </a:r>
            <a:r>
              <a:rPr dirty="0" sz="2950" spc="105"/>
              <a:t>Features</a:t>
            </a:r>
            <a:endParaRPr sz="2950"/>
          </a:p>
        </p:txBody>
      </p:sp>
      <p:sp>
        <p:nvSpPr>
          <p:cNvPr id="6" name="object 6"/>
          <p:cNvSpPr txBox="1"/>
          <p:nvPr/>
        </p:nvSpPr>
        <p:spPr>
          <a:xfrm>
            <a:off x="5351217" y="1504126"/>
            <a:ext cx="5961380" cy="711200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z="1450" spc="60">
                <a:solidFill>
                  <a:srgbClr val="E4DFDE"/>
                </a:solidFill>
                <a:latin typeface="Tahoma"/>
                <a:cs typeface="Tahoma"/>
              </a:rPr>
              <a:t>Multilingual</a:t>
            </a:r>
            <a:endParaRPr sz="1450">
              <a:latin typeface="Tahoma"/>
              <a:cs typeface="Tahoma"/>
            </a:endParaRPr>
          </a:p>
          <a:p>
            <a:pPr marL="12700" marR="5080">
              <a:lnSpc>
                <a:spcPct val="114599"/>
              </a:lnSpc>
              <a:spcBef>
                <a:spcPts val="25"/>
              </a:spcBef>
            </a:pPr>
            <a:r>
              <a:rPr dirty="0" sz="1200" spc="-10">
                <a:solidFill>
                  <a:srgbClr val="E4DFDE"/>
                </a:solidFill>
                <a:latin typeface="Roboto"/>
                <a:cs typeface="Roboto"/>
              </a:rPr>
              <a:t>Hindi,</a:t>
            </a:r>
            <a:r>
              <a:rPr dirty="0" sz="1200" spc="-3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00" spc="-20">
                <a:solidFill>
                  <a:srgbClr val="E4DFDE"/>
                </a:solidFill>
                <a:latin typeface="Roboto"/>
                <a:cs typeface="Roboto"/>
              </a:rPr>
              <a:t>Bengali,</a:t>
            </a:r>
            <a:r>
              <a:rPr dirty="0" sz="1200" spc="-2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E4DFDE"/>
                </a:solidFill>
                <a:latin typeface="Roboto"/>
                <a:cs typeface="Roboto"/>
              </a:rPr>
              <a:t>Tamil,</a:t>
            </a:r>
            <a:r>
              <a:rPr dirty="0" sz="1200" spc="-3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00" spc="-20">
                <a:solidFill>
                  <a:srgbClr val="E4DFDE"/>
                </a:solidFill>
                <a:latin typeface="Roboto"/>
                <a:cs typeface="Roboto"/>
              </a:rPr>
              <a:t>Telugu,</a:t>
            </a:r>
            <a:r>
              <a:rPr dirty="0" sz="1200" spc="-25">
                <a:solidFill>
                  <a:srgbClr val="E4DFDE"/>
                </a:solidFill>
                <a:latin typeface="Roboto"/>
                <a:cs typeface="Roboto"/>
              </a:rPr>
              <a:t> Gujarati </a:t>
            </a:r>
            <a:r>
              <a:rPr dirty="0" sz="1200">
                <a:solidFill>
                  <a:srgbClr val="E4DFDE"/>
                </a:solidFill>
                <a:latin typeface="Roboto"/>
                <a:cs typeface="Roboto"/>
              </a:rPr>
              <a:t>&amp;</a:t>
            </a:r>
            <a:r>
              <a:rPr dirty="0" sz="1200" spc="-3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00" spc="-20">
                <a:solidFill>
                  <a:srgbClr val="E4DFDE"/>
                </a:solidFill>
                <a:latin typeface="Roboto"/>
                <a:cs typeface="Roboto"/>
              </a:rPr>
              <a:t>Marathi</a:t>
            </a:r>
            <a:r>
              <a:rPr dirty="0" sz="1200" spc="-2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E4DFDE"/>
                </a:solidFill>
                <a:latin typeface="Roboto"/>
                <a:cs typeface="Roboto"/>
              </a:rPr>
              <a:t>—</a:t>
            </a:r>
            <a:r>
              <a:rPr dirty="0" sz="1200" spc="-2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00" spc="-20">
                <a:solidFill>
                  <a:srgbClr val="E4DFDE"/>
                </a:solidFill>
                <a:latin typeface="Roboto"/>
                <a:cs typeface="Roboto"/>
              </a:rPr>
              <a:t>India</a:t>
            </a:r>
            <a:r>
              <a:rPr dirty="0" sz="1200" spc="-3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E4DFDE"/>
                </a:solidFill>
                <a:latin typeface="Roboto"/>
                <a:cs typeface="Roboto"/>
              </a:rPr>
              <a:t>speaks</a:t>
            </a:r>
            <a:r>
              <a:rPr dirty="0" sz="1200" spc="-2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00" spc="-20">
                <a:solidFill>
                  <a:srgbClr val="E4DFDE"/>
                </a:solidFill>
                <a:latin typeface="Roboto"/>
                <a:cs typeface="Roboto"/>
              </a:rPr>
              <a:t>many</a:t>
            </a:r>
            <a:r>
              <a:rPr dirty="0" sz="1200" spc="-25">
                <a:solidFill>
                  <a:srgbClr val="E4DFDE"/>
                </a:solidFill>
                <a:latin typeface="Roboto"/>
                <a:cs typeface="Roboto"/>
              </a:rPr>
              <a:t> languages,</a:t>
            </a:r>
            <a:r>
              <a:rPr dirty="0" sz="1200" spc="-3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E4DFDE"/>
                </a:solidFill>
                <a:latin typeface="Roboto"/>
                <a:cs typeface="Roboto"/>
              </a:rPr>
              <a:t>so</a:t>
            </a:r>
            <a:r>
              <a:rPr dirty="0" sz="1200" spc="-2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00" spc="-20">
                <a:solidFill>
                  <a:srgbClr val="E4DFDE"/>
                </a:solidFill>
                <a:latin typeface="Roboto"/>
                <a:cs typeface="Roboto"/>
              </a:rPr>
              <a:t>does </a:t>
            </a:r>
            <a:r>
              <a:rPr dirty="0" sz="1200" spc="-25">
                <a:solidFill>
                  <a:srgbClr val="E4DFDE"/>
                </a:solidFill>
                <a:latin typeface="Roboto"/>
                <a:cs typeface="Roboto"/>
              </a:rPr>
              <a:t>Rashtra</a:t>
            </a:r>
            <a:r>
              <a:rPr dirty="0" sz="1200" spc="-1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E4DFDE"/>
                </a:solidFill>
                <a:latin typeface="Roboto"/>
                <a:cs typeface="Roboto"/>
              </a:rPr>
              <a:t>Vayu.</a:t>
            </a:r>
            <a:endParaRPr sz="12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51217" y="3975731"/>
            <a:ext cx="6061710" cy="501650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z="1450">
                <a:solidFill>
                  <a:srgbClr val="E4DFDE"/>
                </a:solidFill>
                <a:latin typeface="Tahoma"/>
                <a:cs typeface="Tahoma"/>
              </a:rPr>
              <a:t>Chat</a:t>
            </a:r>
            <a:r>
              <a:rPr dirty="0" sz="1450" spc="7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450" spc="65">
                <a:solidFill>
                  <a:srgbClr val="E4DFDE"/>
                </a:solidFill>
                <a:latin typeface="Tahoma"/>
                <a:cs typeface="Tahoma"/>
              </a:rPr>
              <a:t>Assistant</a:t>
            </a:r>
            <a:endParaRPr sz="14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dirty="0" sz="1200">
                <a:solidFill>
                  <a:srgbClr val="E4DFDE"/>
                </a:solidFill>
                <a:latin typeface="Roboto"/>
                <a:cs typeface="Roboto"/>
              </a:rPr>
              <a:t>Ask</a:t>
            </a:r>
            <a:r>
              <a:rPr dirty="0" sz="1200" spc="-3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00" spc="-20">
                <a:solidFill>
                  <a:srgbClr val="E4DFDE"/>
                </a:solidFill>
                <a:latin typeface="Roboto"/>
                <a:cs typeface="Roboto"/>
              </a:rPr>
              <a:t>about</a:t>
            </a:r>
            <a:r>
              <a:rPr dirty="0" sz="1200" spc="-3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00" spc="-20">
                <a:solidFill>
                  <a:srgbClr val="E4DFDE"/>
                </a:solidFill>
                <a:latin typeface="Roboto"/>
                <a:cs typeface="Roboto"/>
              </a:rPr>
              <a:t>temperature,</a:t>
            </a:r>
            <a:r>
              <a:rPr dirty="0" sz="1200" spc="-2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E4DFDE"/>
                </a:solidFill>
                <a:latin typeface="Roboto"/>
                <a:cs typeface="Roboto"/>
              </a:rPr>
              <a:t>AQI,</a:t>
            </a:r>
            <a:r>
              <a:rPr dirty="0" sz="1200" spc="-3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E4DFDE"/>
                </a:solidFill>
                <a:latin typeface="Roboto"/>
                <a:cs typeface="Roboto"/>
              </a:rPr>
              <a:t>past</a:t>
            </a:r>
            <a:r>
              <a:rPr dirty="0" sz="1200" spc="-3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00" spc="-20">
                <a:solidFill>
                  <a:srgbClr val="E4DFDE"/>
                </a:solidFill>
                <a:latin typeface="Roboto"/>
                <a:cs typeface="Roboto"/>
              </a:rPr>
              <a:t>reports,</a:t>
            </a:r>
            <a:r>
              <a:rPr dirty="0" sz="1200" spc="-2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E4DFDE"/>
                </a:solidFill>
                <a:latin typeface="Roboto"/>
                <a:cs typeface="Roboto"/>
              </a:rPr>
              <a:t>and</a:t>
            </a:r>
            <a:r>
              <a:rPr dirty="0" sz="1200" spc="-3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00" spc="-20">
                <a:solidFill>
                  <a:srgbClr val="E4DFDE"/>
                </a:solidFill>
                <a:latin typeface="Roboto"/>
                <a:cs typeface="Roboto"/>
              </a:rPr>
              <a:t>personalized</a:t>
            </a:r>
            <a:r>
              <a:rPr dirty="0" sz="1200" spc="-3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00" spc="-20">
                <a:solidFill>
                  <a:srgbClr val="E4DFDE"/>
                </a:solidFill>
                <a:latin typeface="Roboto"/>
                <a:cs typeface="Roboto"/>
              </a:rPr>
              <a:t>health</a:t>
            </a:r>
            <a:r>
              <a:rPr dirty="0" sz="1200" spc="-2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E4DFDE"/>
                </a:solidFill>
                <a:latin typeface="Roboto"/>
                <a:cs typeface="Roboto"/>
              </a:rPr>
              <a:t>tips</a:t>
            </a:r>
            <a:r>
              <a:rPr dirty="0" sz="1200" spc="-3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E4DFDE"/>
                </a:solidFill>
                <a:latin typeface="Roboto"/>
                <a:cs typeface="Roboto"/>
              </a:rPr>
              <a:t>in</a:t>
            </a:r>
            <a:r>
              <a:rPr dirty="0" sz="1200" spc="-3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00" spc="-25">
                <a:solidFill>
                  <a:srgbClr val="E4DFDE"/>
                </a:solidFill>
                <a:latin typeface="Roboto"/>
                <a:cs typeface="Roboto"/>
              </a:rPr>
              <a:t>natural </a:t>
            </a:r>
            <a:r>
              <a:rPr dirty="0" sz="1200" spc="-10">
                <a:solidFill>
                  <a:srgbClr val="E4DFDE"/>
                </a:solidFill>
                <a:latin typeface="Roboto"/>
                <a:cs typeface="Roboto"/>
              </a:rPr>
              <a:t>language.</a:t>
            </a:r>
            <a:endParaRPr sz="1200">
              <a:latin typeface="Roboto"/>
              <a:cs typeface="Robo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51217" y="2842256"/>
            <a:ext cx="4864100" cy="501650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z="1450" spc="10">
                <a:solidFill>
                  <a:srgbClr val="E4DFDE"/>
                </a:solidFill>
                <a:latin typeface="Tahoma"/>
                <a:cs typeface="Tahoma"/>
              </a:rPr>
              <a:t>Interactive</a:t>
            </a:r>
            <a:r>
              <a:rPr dirty="0" sz="1450" spc="22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450" spc="95">
                <a:solidFill>
                  <a:srgbClr val="E4DFDE"/>
                </a:solidFill>
                <a:latin typeface="Tahoma"/>
                <a:cs typeface="Tahoma"/>
              </a:rPr>
              <a:t>Map</a:t>
            </a:r>
            <a:endParaRPr sz="14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dirty="0" sz="1200" spc="-10">
                <a:solidFill>
                  <a:srgbClr val="E4DFDE"/>
                </a:solidFill>
                <a:latin typeface="Roboto"/>
                <a:cs typeface="Roboto"/>
              </a:rPr>
              <a:t>Explore</a:t>
            </a:r>
            <a:r>
              <a:rPr dirty="0" sz="1200" spc="-5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00" spc="-25">
                <a:solidFill>
                  <a:srgbClr val="E4DFDE"/>
                </a:solidFill>
                <a:latin typeface="Roboto"/>
                <a:cs typeface="Roboto"/>
              </a:rPr>
              <a:t>India's</a:t>
            </a:r>
            <a:r>
              <a:rPr dirty="0" sz="1200" spc="-4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E4DFDE"/>
                </a:solidFill>
                <a:latin typeface="Roboto"/>
                <a:cs typeface="Roboto"/>
              </a:rPr>
              <a:t>AQI</a:t>
            </a:r>
            <a:r>
              <a:rPr dirty="0" sz="1200" spc="-4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E4DFDE"/>
                </a:solidFill>
                <a:latin typeface="Roboto"/>
                <a:cs typeface="Roboto"/>
              </a:rPr>
              <a:t>at</a:t>
            </a:r>
            <a:r>
              <a:rPr dirty="0" sz="1200" spc="-5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E4DFDE"/>
                </a:solidFill>
                <a:latin typeface="Roboto"/>
                <a:cs typeface="Roboto"/>
              </a:rPr>
              <a:t>a</a:t>
            </a:r>
            <a:r>
              <a:rPr dirty="0" sz="1200" spc="-4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E4DFDE"/>
                </a:solidFill>
                <a:latin typeface="Roboto"/>
                <a:cs typeface="Roboto"/>
              </a:rPr>
              <a:t>glance</a:t>
            </a:r>
            <a:r>
              <a:rPr dirty="0" sz="1200" spc="-4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E4DFDE"/>
                </a:solidFill>
                <a:latin typeface="Roboto"/>
                <a:cs typeface="Roboto"/>
              </a:rPr>
              <a:t>—</a:t>
            </a:r>
            <a:r>
              <a:rPr dirty="0" sz="1200" spc="-5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E4DFDE"/>
                </a:solidFill>
                <a:latin typeface="Roboto"/>
                <a:cs typeface="Roboto"/>
              </a:rPr>
              <a:t>click</a:t>
            </a:r>
            <a:r>
              <a:rPr dirty="0" sz="1200" spc="-4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00" spc="-20">
                <a:solidFill>
                  <a:srgbClr val="E4DFDE"/>
                </a:solidFill>
                <a:latin typeface="Roboto"/>
                <a:cs typeface="Roboto"/>
              </a:rPr>
              <a:t>any</a:t>
            </a:r>
            <a:r>
              <a:rPr dirty="0" sz="1200" spc="-4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E4DFDE"/>
                </a:solidFill>
                <a:latin typeface="Roboto"/>
                <a:cs typeface="Roboto"/>
              </a:rPr>
              <a:t>city</a:t>
            </a:r>
            <a:r>
              <a:rPr dirty="0" sz="1200" spc="-5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E4DFDE"/>
                </a:solidFill>
                <a:latin typeface="Roboto"/>
                <a:cs typeface="Roboto"/>
              </a:rPr>
              <a:t>for</a:t>
            </a:r>
            <a:r>
              <a:rPr dirty="0" sz="1200" spc="-4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00" spc="-20">
                <a:solidFill>
                  <a:srgbClr val="E4DFDE"/>
                </a:solidFill>
                <a:latin typeface="Roboto"/>
                <a:cs typeface="Roboto"/>
              </a:rPr>
              <a:t>instant,</a:t>
            </a:r>
            <a:r>
              <a:rPr dirty="0" sz="1200" spc="-4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E4DFDE"/>
                </a:solidFill>
                <a:latin typeface="Roboto"/>
                <a:cs typeface="Roboto"/>
              </a:rPr>
              <a:t>localized</a:t>
            </a:r>
            <a:r>
              <a:rPr dirty="0" sz="1200" spc="-4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E4DFDE"/>
                </a:solidFill>
                <a:latin typeface="Roboto"/>
                <a:cs typeface="Roboto"/>
              </a:rPr>
              <a:t>data.</a:t>
            </a:r>
            <a:endParaRPr sz="1200">
              <a:latin typeface="Roboto"/>
              <a:cs typeface="Robo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51217" y="5114101"/>
            <a:ext cx="5400040" cy="711200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z="1450" spc="60">
                <a:solidFill>
                  <a:srgbClr val="E4DFDE"/>
                </a:solidFill>
                <a:latin typeface="Tahoma"/>
                <a:cs typeface="Tahoma"/>
              </a:rPr>
              <a:t>Zero</a:t>
            </a:r>
            <a:r>
              <a:rPr dirty="0" sz="1450" spc="-5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E4DFDE"/>
                </a:solidFill>
                <a:latin typeface="Tahoma"/>
                <a:cs typeface="Tahoma"/>
              </a:rPr>
              <a:t>Cost</a:t>
            </a:r>
            <a:r>
              <a:rPr dirty="0" sz="1450" spc="-3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450" spc="60">
                <a:solidFill>
                  <a:srgbClr val="E4DFDE"/>
                </a:solidFill>
                <a:latin typeface="Tahoma"/>
                <a:cs typeface="Tahoma"/>
              </a:rPr>
              <a:t>to</a:t>
            </a:r>
            <a:r>
              <a:rPr dirty="0" sz="1450" spc="-3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450" spc="35">
                <a:solidFill>
                  <a:srgbClr val="E4DFDE"/>
                </a:solidFill>
                <a:latin typeface="Tahoma"/>
                <a:cs typeface="Tahoma"/>
              </a:rPr>
              <a:t>Scale</a:t>
            </a:r>
            <a:endParaRPr sz="1450">
              <a:latin typeface="Tahoma"/>
              <a:cs typeface="Tahoma"/>
            </a:endParaRPr>
          </a:p>
          <a:p>
            <a:pPr marL="12700" marR="5080">
              <a:lnSpc>
                <a:spcPct val="114599"/>
              </a:lnSpc>
              <a:spcBef>
                <a:spcPts val="25"/>
              </a:spcBef>
            </a:pPr>
            <a:r>
              <a:rPr dirty="0" sz="1200">
                <a:solidFill>
                  <a:srgbClr val="E4DFDE"/>
                </a:solidFill>
                <a:latin typeface="Roboto"/>
                <a:cs typeface="Roboto"/>
              </a:rPr>
              <a:t>All</a:t>
            </a:r>
            <a:r>
              <a:rPr dirty="0" sz="1200" spc="-4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E4DFDE"/>
                </a:solidFill>
                <a:latin typeface="Roboto"/>
                <a:cs typeface="Roboto"/>
              </a:rPr>
              <a:t>APIs</a:t>
            </a:r>
            <a:r>
              <a:rPr dirty="0" sz="1200" spc="-4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E4DFDE"/>
                </a:solidFill>
                <a:latin typeface="Roboto"/>
                <a:cs typeface="Roboto"/>
              </a:rPr>
              <a:t>on</a:t>
            </a:r>
            <a:r>
              <a:rPr dirty="0" sz="1200" spc="-3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E4DFDE"/>
                </a:solidFill>
                <a:latin typeface="Roboto"/>
                <a:cs typeface="Roboto"/>
              </a:rPr>
              <a:t>free</a:t>
            </a:r>
            <a:r>
              <a:rPr dirty="0" sz="1200" spc="-4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E4DFDE"/>
                </a:solidFill>
                <a:latin typeface="Roboto"/>
                <a:cs typeface="Roboto"/>
              </a:rPr>
              <a:t>tier</a:t>
            </a:r>
            <a:r>
              <a:rPr dirty="0" sz="1200" spc="-4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E4DFDE"/>
                </a:solidFill>
                <a:latin typeface="Roboto"/>
                <a:cs typeface="Roboto"/>
              </a:rPr>
              <a:t>—</a:t>
            </a:r>
            <a:r>
              <a:rPr dirty="0" sz="1200" spc="-3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E4DFDE"/>
                </a:solidFill>
                <a:latin typeface="Roboto"/>
                <a:cs typeface="Roboto"/>
              </a:rPr>
              <a:t>no</a:t>
            </a:r>
            <a:r>
              <a:rPr dirty="0" sz="1200" spc="-4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00" spc="-25">
                <a:solidFill>
                  <a:srgbClr val="E4DFDE"/>
                </a:solidFill>
                <a:latin typeface="Roboto"/>
                <a:cs typeface="Roboto"/>
              </a:rPr>
              <a:t>infrastructure</a:t>
            </a:r>
            <a:r>
              <a:rPr dirty="0" sz="1200" spc="-4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E4DFDE"/>
                </a:solidFill>
                <a:latin typeface="Roboto"/>
                <a:cs typeface="Roboto"/>
              </a:rPr>
              <a:t>fees,</a:t>
            </a:r>
            <a:r>
              <a:rPr dirty="0" sz="1200" spc="-3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E4DFDE"/>
                </a:solidFill>
                <a:latin typeface="Roboto"/>
                <a:cs typeface="Roboto"/>
              </a:rPr>
              <a:t>no</a:t>
            </a:r>
            <a:r>
              <a:rPr dirty="0" sz="1200" spc="-4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00" spc="-20">
                <a:solidFill>
                  <a:srgbClr val="E4DFDE"/>
                </a:solidFill>
                <a:latin typeface="Roboto"/>
                <a:cs typeface="Roboto"/>
              </a:rPr>
              <a:t>vendor</a:t>
            </a:r>
            <a:r>
              <a:rPr dirty="0" sz="1200" spc="-4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00" spc="-65">
                <a:solidFill>
                  <a:srgbClr val="E4DFDE"/>
                </a:solidFill>
                <a:latin typeface="Roboto"/>
                <a:cs typeface="Roboto"/>
              </a:rPr>
              <a:t>lock-</a:t>
            </a:r>
            <a:r>
              <a:rPr dirty="0" sz="1200">
                <a:solidFill>
                  <a:srgbClr val="E4DFDE"/>
                </a:solidFill>
                <a:latin typeface="Roboto"/>
                <a:cs typeface="Roboto"/>
              </a:rPr>
              <a:t>in,</a:t>
            </a:r>
            <a:r>
              <a:rPr dirty="0" sz="1200" spc="-3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00" spc="-20">
                <a:solidFill>
                  <a:srgbClr val="E4DFDE"/>
                </a:solidFill>
                <a:latin typeface="Roboto"/>
                <a:cs typeface="Roboto"/>
              </a:rPr>
              <a:t>ready</a:t>
            </a:r>
            <a:r>
              <a:rPr dirty="0" sz="1200" spc="-4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E4DFDE"/>
                </a:solidFill>
                <a:latin typeface="Roboto"/>
                <a:cs typeface="Roboto"/>
              </a:rPr>
              <a:t>for</a:t>
            </a:r>
            <a:r>
              <a:rPr dirty="0" sz="1200" spc="-4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E4DFDE"/>
                </a:solidFill>
                <a:latin typeface="Roboto"/>
                <a:cs typeface="Roboto"/>
              </a:rPr>
              <a:t>national deployment.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62" y="4762"/>
            <a:ext cx="12182474" cy="6848474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6858000"/>
                </a:moveTo>
                <a:lnTo>
                  <a:pt x="0" y="6858000"/>
                </a:lnTo>
                <a:lnTo>
                  <a:pt x="0" y="0"/>
                </a:lnTo>
                <a:lnTo>
                  <a:pt x="12192000" y="0"/>
                </a:lnTo>
                <a:lnTo>
                  <a:pt x="12192000" y="6858000"/>
                </a:lnTo>
                <a:close/>
              </a:path>
            </a:pathLst>
          </a:custGeom>
          <a:solidFill>
            <a:srgbClr val="030303">
              <a:alpha val="74899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657221" y="5638794"/>
            <a:ext cx="10877550" cy="695325"/>
            <a:chOff x="657221" y="5638794"/>
            <a:chExt cx="10877550" cy="695325"/>
          </a:xfrm>
        </p:grpSpPr>
        <p:sp>
          <p:nvSpPr>
            <p:cNvPr id="5" name="object 5"/>
            <p:cNvSpPr/>
            <p:nvPr/>
          </p:nvSpPr>
          <p:spPr>
            <a:xfrm>
              <a:off x="657221" y="5638794"/>
              <a:ext cx="10877550" cy="695325"/>
            </a:xfrm>
            <a:custGeom>
              <a:avLst/>
              <a:gdLst/>
              <a:ahLst/>
              <a:cxnLst/>
              <a:rect l="l" t="t" r="r" b="b"/>
              <a:pathLst>
                <a:path w="10877550" h="695325">
                  <a:moveTo>
                    <a:pt x="10742926" y="695197"/>
                  </a:moveTo>
                  <a:lnTo>
                    <a:pt x="134619" y="695197"/>
                  </a:lnTo>
                  <a:lnTo>
                    <a:pt x="127976" y="695032"/>
                  </a:lnTo>
                  <a:lnTo>
                    <a:pt x="89382" y="687442"/>
                  </a:lnTo>
                  <a:lnTo>
                    <a:pt x="54432" y="668775"/>
                  </a:lnTo>
                  <a:lnTo>
                    <a:pt x="26421" y="640807"/>
                  </a:lnTo>
                  <a:lnTo>
                    <a:pt x="7754" y="605976"/>
                  </a:lnTo>
                  <a:lnTo>
                    <a:pt x="164" y="567221"/>
                  </a:lnTo>
                  <a:lnTo>
                    <a:pt x="0" y="134619"/>
                  </a:lnTo>
                  <a:lnTo>
                    <a:pt x="164" y="127976"/>
                  </a:lnTo>
                  <a:lnTo>
                    <a:pt x="7808" y="89221"/>
                  </a:lnTo>
                  <a:lnTo>
                    <a:pt x="26439" y="54407"/>
                  </a:lnTo>
                  <a:lnTo>
                    <a:pt x="54366" y="26439"/>
                  </a:lnTo>
                  <a:lnTo>
                    <a:pt x="89083" y="7808"/>
                  </a:lnTo>
                  <a:lnTo>
                    <a:pt x="127976" y="164"/>
                  </a:lnTo>
                  <a:lnTo>
                    <a:pt x="134619" y="0"/>
                  </a:lnTo>
                  <a:lnTo>
                    <a:pt x="10742926" y="0"/>
                  </a:lnTo>
                  <a:lnTo>
                    <a:pt x="10782042" y="5730"/>
                  </a:lnTo>
                  <a:lnTo>
                    <a:pt x="10817728" y="22605"/>
                  </a:lnTo>
                  <a:lnTo>
                    <a:pt x="10847118" y="49212"/>
                  </a:lnTo>
                  <a:lnTo>
                    <a:pt x="10867386" y="83058"/>
                  </a:lnTo>
                  <a:lnTo>
                    <a:pt x="10876894" y="121380"/>
                  </a:lnTo>
                  <a:lnTo>
                    <a:pt x="10877545" y="134619"/>
                  </a:lnTo>
                  <a:lnTo>
                    <a:pt x="10877542" y="560705"/>
                  </a:lnTo>
                  <a:lnTo>
                    <a:pt x="10871815" y="599693"/>
                  </a:lnTo>
                  <a:lnTo>
                    <a:pt x="10854939" y="635380"/>
                  </a:lnTo>
                  <a:lnTo>
                    <a:pt x="10828381" y="664733"/>
                  </a:lnTo>
                  <a:lnTo>
                    <a:pt x="10794488" y="685037"/>
                  </a:lnTo>
                  <a:lnTo>
                    <a:pt x="10756165" y="694546"/>
                  </a:lnTo>
                  <a:lnTo>
                    <a:pt x="10742926" y="695197"/>
                  </a:lnTo>
                  <a:close/>
                </a:path>
              </a:pathLst>
            </a:custGeom>
            <a:solidFill>
              <a:srgbClr val="7D320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1851" y="5897619"/>
              <a:ext cx="157098" cy="157098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648839" y="439575"/>
            <a:ext cx="5160645" cy="56451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500" spc="275"/>
              <a:t>Why</a:t>
            </a:r>
            <a:r>
              <a:rPr dirty="0" sz="3500" spc="-235"/>
              <a:t> </a:t>
            </a:r>
            <a:r>
              <a:rPr dirty="0" sz="3500" spc="90"/>
              <a:t>Judges</a:t>
            </a:r>
            <a:r>
              <a:rPr dirty="0" sz="3500" spc="-235"/>
              <a:t> </a:t>
            </a:r>
            <a:r>
              <a:rPr dirty="0" sz="3500" spc="155"/>
              <a:t>Should</a:t>
            </a:r>
            <a:r>
              <a:rPr dirty="0" sz="3500" spc="-235"/>
              <a:t> </a:t>
            </a:r>
            <a:r>
              <a:rPr dirty="0" sz="3500" spc="45"/>
              <a:t>Care</a:t>
            </a:r>
            <a:endParaRPr sz="3500"/>
          </a:p>
        </p:txBody>
      </p:sp>
      <p:sp>
        <p:nvSpPr>
          <p:cNvPr id="8" name="object 8"/>
          <p:cNvSpPr txBox="1">
            <a:spLocks noGrp="1"/>
          </p:cNvSpPr>
          <p:nvPr>
            <p:ph idx="3" sz="half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14"/>
              </a:spcBef>
            </a:pPr>
            <a:r>
              <a:rPr dirty="0" spc="480"/>
              <a:t>6</a:t>
            </a:r>
          </a:p>
          <a:p>
            <a:pPr algn="ctr">
              <a:lnSpc>
                <a:spcPct val="100000"/>
              </a:lnSpc>
              <a:spcBef>
                <a:spcPts val="1445"/>
              </a:spcBef>
            </a:pPr>
            <a:r>
              <a:rPr dirty="0" sz="1750"/>
              <a:t>Indian</a:t>
            </a:r>
            <a:r>
              <a:rPr dirty="0" sz="1750" spc="90"/>
              <a:t> </a:t>
            </a:r>
            <a:r>
              <a:rPr dirty="0" sz="1750" spc="60"/>
              <a:t>Languages</a:t>
            </a:r>
            <a:endParaRPr sz="1750"/>
          </a:p>
          <a:p>
            <a:pPr algn="ctr" marL="12065" marR="5080">
              <a:lnSpc>
                <a:spcPct val="133900"/>
              </a:lnSpc>
              <a:spcBef>
                <a:spcPts val="80"/>
              </a:spcBef>
            </a:pPr>
            <a:r>
              <a:rPr dirty="0" sz="1400" spc="-10">
                <a:latin typeface="Roboto"/>
                <a:cs typeface="Roboto"/>
              </a:rPr>
              <a:t>Truly</a:t>
            </a:r>
            <a:r>
              <a:rPr dirty="0" sz="1400" spc="-35">
                <a:latin typeface="Roboto"/>
                <a:cs typeface="Roboto"/>
              </a:rPr>
              <a:t> </a:t>
            </a:r>
            <a:r>
              <a:rPr dirty="0" sz="1400" spc="-10">
                <a:latin typeface="Roboto"/>
                <a:cs typeface="Roboto"/>
              </a:rPr>
              <a:t>inclusive</a:t>
            </a:r>
            <a:r>
              <a:rPr dirty="0" sz="1400" spc="-35">
                <a:latin typeface="Roboto"/>
                <a:cs typeface="Roboto"/>
              </a:rPr>
              <a:t> </a:t>
            </a:r>
            <a:r>
              <a:rPr dirty="0" sz="1400">
                <a:latin typeface="Roboto"/>
                <a:cs typeface="Roboto"/>
              </a:rPr>
              <a:t>—</a:t>
            </a:r>
            <a:r>
              <a:rPr dirty="0" sz="1400" spc="-35">
                <a:latin typeface="Roboto"/>
                <a:cs typeface="Roboto"/>
              </a:rPr>
              <a:t> </a:t>
            </a:r>
            <a:r>
              <a:rPr dirty="0" sz="1400" spc="-10">
                <a:latin typeface="Roboto"/>
                <a:cs typeface="Roboto"/>
              </a:rPr>
              <a:t>accessible</a:t>
            </a:r>
            <a:r>
              <a:rPr dirty="0" sz="1400" spc="-35">
                <a:latin typeface="Roboto"/>
                <a:cs typeface="Roboto"/>
              </a:rPr>
              <a:t> </a:t>
            </a:r>
            <a:r>
              <a:rPr dirty="0" sz="1400">
                <a:latin typeface="Roboto"/>
                <a:cs typeface="Roboto"/>
              </a:rPr>
              <a:t>to</a:t>
            </a:r>
            <a:r>
              <a:rPr dirty="0" sz="1400" spc="-30">
                <a:latin typeface="Roboto"/>
                <a:cs typeface="Roboto"/>
              </a:rPr>
              <a:t> </a:t>
            </a:r>
            <a:r>
              <a:rPr dirty="0" sz="1400" spc="-85">
                <a:latin typeface="Roboto"/>
                <a:cs typeface="Roboto"/>
              </a:rPr>
              <a:t>non-</a:t>
            </a:r>
            <a:r>
              <a:rPr dirty="0" sz="1400" spc="-10">
                <a:latin typeface="Roboto"/>
                <a:cs typeface="Roboto"/>
              </a:rPr>
              <a:t>English</a:t>
            </a:r>
            <a:r>
              <a:rPr dirty="0" sz="1400" spc="-35">
                <a:latin typeface="Roboto"/>
                <a:cs typeface="Roboto"/>
              </a:rPr>
              <a:t> </a:t>
            </a:r>
            <a:r>
              <a:rPr dirty="0" sz="1400">
                <a:latin typeface="Roboto"/>
                <a:cs typeface="Roboto"/>
              </a:rPr>
              <a:t>speakers</a:t>
            </a:r>
            <a:r>
              <a:rPr dirty="0" sz="1400" spc="-35">
                <a:latin typeface="Roboto"/>
                <a:cs typeface="Roboto"/>
              </a:rPr>
              <a:t> </a:t>
            </a:r>
            <a:r>
              <a:rPr dirty="0" sz="1400">
                <a:latin typeface="Roboto"/>
                <a:cs typeface="Roboto"/>
              </a:rPr>
              <a:t>across</a:t>
            </a:r>
            <a:r>
              <a:rPr dirty="0" sz="1400" spc="-35">
                <a:latin typeface="Roboto"/>
                <a:cs typeface="Roboto"/>
              </a:rPr>
              <a:t> </a:t>
            </a:r>
            <a:r>
              <a:rPr dirty="0" sz="1400" spc="-10">
                <a:latin typeface="Roboto"/>
                <a:cs typeface="Roboto"/>
              </a:rPr>
              <a:t>every region.</a:t>
            </a:r>
            <a:endParaRPr sz="140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14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1400">
              <a:latin typeface="Roboto"/>
              <a:cs typeface="Roboto"/>
            </a:endParaRPr>
          </a:p>
          <a:p>
            <a:pPr algn="ctr" marR="5715">
              <a:lnSpc>
                <a:spcPct val="100000"/>
              </a:lnSpc>
            </a:pPr>
            <a:r>
              <a:rPr dirty="0" spc="395"/>
              <a:t>48h</a:t>
            </a:r>
          </a:p>
          <a:p>
            <a:pPr algn="ctr" marL="461009" marR="466725">
              <a:lnSpc>
                <a:spcPct val="133900"/>
              </a:lnSpc>
              <a:spcBef>
                <a:spcPts val="850"/>
              </a:spcBef>
            </a:pPr>
            <a:r>
              <a:rPr dirty="0" sz="1400" spc="-40">
                <a:latin typeface="Roboto"/>
                <a:cs typeface="Roboto"/>
              </a:rPr>
              <a:t>Hackathon-</a:t>
            </a:r>
            <a:r>
              <a:rPr dirty="0" sz="1400" spc="-25">
                <a:latin typeface="Roboto"/>
                <a:cs typeface="Roboto"/>
              </a:rPr>
              <a:t>ready—</a:t>
            </a:r>
            <a:r>
              <a:rPr dirty="0" sz="1400" spc="-30">
                <a:latin typeface="Roboto"/>
                <a:cs typeface="Roboto"/>
              </a:rPr>
              <a:t>zeropaidservices,full-</a:t>
            </a:r>
            <a:r>
              <a:rPr dirty="0" sz="1400">
                <a:latin typeface="Roboto"/>
                <a:cs typeface="Roboto"/>
              </a:rPr>
              <a:t>stack,</a:t>
            </a:r>
            <a:r>
              <a:rPr dirty="0" sz="1400" spc="95">
                <a:latin typeface="Roboto"/>
                <a:cs typeface="Roboto"/>
              </a:rPr>
              <a:t> </a:t>
            </a:r>
            <a:r>
              <a:rPr dirty="0" sz="1400">
                <a:latin typeface="Roboto"/>
                <a:cs typeface="Roboto"/>
              </a:rPr>
              <a:t>live</a:t>
            </a:r>
            <a:r>
              <a:rPr dirty="0" sz="1400" spc="100">
                <a:latin typeface="Roboto"/>
                <a:cs typeface="Roboto"/>
              </a:rPr>
              <a:t> </a:t>
            </a:r>
            <a:r>
              <a:rPr dirty="0" sz="1400" spc="-25">
                <a:latin typeface="Roboto"/>
                <a:cs typeface="Roboto"/>
              </a:rPr>
              <a:t>and </a:t>
            </a:r>
            <a:r>
              <a:rPr dirty="0" sz="1400" spc="-10">
                <a:latin typeface="Roboto"/>
                <a:cs typeface="Roboto"/>
              </a:rPr>
              <a:t>deployed.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26232" y="1352442"/>
            <a:ext cx="5304155" cy="14712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ctr" marR="95885">
              <a:lnSpc>
                <a:spcPct val="100000"/>
              </a:lnSpc>
              <a:spcBef>
                <a:spcPts val="114"/>
              </a:spcBef>
            </a:pPr>
            <a:r>
              <a:rPr dirty="0" sz="4650" spc="-20">
                <a:solidFill>
                  <a:srgbClr val="E4DFDE"/>
                </a:solidFill>
                <a:latin typeface="Tahoma"/>
                <a:cs typeface="Tahoma"/>
              </a:rPr>
              <a:t>1.4B</a:t>
            </a:r>
            <a:endParaRPr sz="465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1655"/>
              </a:spcBef>
            </a:pPr>
            <a:r>
              <a:rPr dirty="0" sz="1750" spc="75">
                <a:solidFill>
                  <a:srgbClr val="E4DFDE"/>
                </a:solidFill>
                <a:latin typeface="Tahoma"/>
                <a:cs typeface="Tahoma"/>
              </a:rPr>
              <a:t>People</a:t>
            </a:r>
            <a:r>
              <a:rPr dirty="0" sz="1750" spc="-10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750" spc="-10">
                <a:solidFill>
                  <a:srgbClr val="E4DFDE"/>
                </a:solidFill>
                <a:latin typeface="Tahoma"/>
                <a:cs typeface="Tahoma"/>
              </a:rPr>
              <a:t>Impacted</a:t>
            </a:r>
            <a:endParaRPr sz="175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350"/>
              </a:spcBef>
            </a:pPr>
            <a:r>
              <a:rPr dirty="0" sz="1400">
                <a:solidFill>
                  <a:srgbClr val="E4DFDE"/>
                </a:solidFill>
                <a:latin typeface="Roboto"/>
                <a:cs typeface="Roboto"/>
              </a:rPr>
              <a:t>Solves</a:t>
            </a:r>
            <a:r>
              <a:rPr dirty="0" sz="1400" spc="-4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00">
                <a:solidFill>
                  <a:srgbClr val="E4DFDE"/>
                </a:solidFill>
                <a:latin typeface="Roboto"/>
                <a:cs typeface="Roboto"/>
              </a:rPr>
              <a:t>a</a:t>
            </a:r>
            <a:r>
              <a:rPr dirty="0" sz="1400" spc="-4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00" spc="-10">
                <a:solidFill>
                  <a:srgbClr val="E4DFDE"/>
                </a:solidFill>
                <a:latin typeface="Roboto"/>
                <a:cs typeface="Roboto"/>
              </a:rPr>
              <a:t>genuine,</a:t>
            </a:r>
            <a:r>
              <a:rPr dirty="0" sz="1400" spc="-4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00" spc="-10">
                <a:solidFill>
                  <a:srgbClr val="E4DFDE"/>
                </a:solidFill>
                <a:latin typeface="Roboto"/>
                <a:cs typeface="Roboto"/>
              </a:rPr>
              <a:t>pressing</a:t>
            </a:r>
            <a:r>
              <a:rPr dirty="0" sz="1400" spc="-4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00">
                <a:solidFill>
                  <a:srgbClr val="E4DFDE"/>
                </a:solidFill>
                <a:latin typeface="Roboto"/>
                <a:cs typeface="Roboto"/>
              </a:rPr>
              <a:t>public</a:t>
            </a:r>
            <a:r>
              <a:rPr dirty="0" sz="1400" spc="-4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00" spc="-10">
                <a:solidFill>
                  <a:srgbClr val="E4DFDE"/>
                </a:solidFill>
                <a:latin typeface="Roboto"/>
                <a:cs typeface="Roboto"/>
              </a:rPr>
              <a:t>health</a:t>
            </a:r>
            <a:r>
              <a:rPr dirty="0" sz="1400" spc="-4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00">
                <a:solidFill>
                  <a:srgbClr val="E4DFDE"/>
                </a:solidFill>
                <a:latin typeface="Roboto"/>
                <a:cs typeface="Roboto"/>
              </a:rPr>
              <a:t>problem</a:t>
            </a:r>
            <a:r>
              <a:rPr dirty="0" sz="1400" spc="-4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00">
                <a:solidFill>
                  <a:srgbClr val="E4DFDE"/>
                </a:solidFill>
                <a:latin typeface="Roboto"/>
                <a:cs typeface="Roboto"/>
              </a:rPr>
              <a:t>at</a:t>
            </a:r>
            <a:r>
              <a:rPr dirty="0" sz="1400" spc="-4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00" spc="-10">
                <a:solidFill>
                  <a:srgbClr val="E4DFDE"/>
                </a:solidFill>
                <a:latin typeface="Roboto"/>
                <a:cs typeface="Roboto"/>
              </a:rPr>
              <a:t>national</a:t>
            </a:r>
            <a:r>
              <a:rPr dirty="0" sz="1400" spc="-4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00" spc="-10">
                <a:solidFill>
                  <a:srgbClr val="E4DFDE"/>
                </a:solidFill>
                <a:latin typeface="Roboto"/>
                <a:cs typeface="Roboto"/>
              </a:rPr>
              <a:t>scale.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21781" y="3533666"/>
            <a:ext cx="5294630" cy="256286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ctr" marR="255270">
              <a:lnSpc>
                <a:spcPct val="100000"/>
              </a:lnSpc>
              <a:spcBef>
                <a:spcPts val="114"/>
              </a:spcBef>
            </a:pPr>
            <a:r>
              <a:rPr dirty="0" sz="4650" spc="475">
                <a:solidFill>
                  <a:srgbClr val="E4DFDE"/>
                </a:solidFill>
                <a:latin typeface="Microsoft Sans Serif"/>
                <a:cs typeface="Microsoft Sans Serif"/>
              </a:rPr>
              <a:t>₹</a:t>
            </a:r>
            <a:r>
              <a:rPr dirty="0" sz="4650" spc="475">
                <a:solidFill>
                  <a:srgbClr val="E4DFDE"/>
                </a:solidFill>
                <a:latin typeface="Tahoma"/>
                <a:cs typeface="Tahoma"/>
              </a:rPr>
              <a:t>0</a:t>
            </a:r>
            <a:endParaRPr sz="4650">
              <a:latin typeface="Tahoma"/>
              <a:cs typeface="Tahoma"/>
            </a:endParaRPr>
          </a:p>
          <a:p>
            <a:pPr algn="ctr" marR="269875">
              <a:lnSpc>
                <a:spcPct val="100000"/>
              </a:lnSpc>
              <a:spcBef>
                <a:spcPts val="1655"/>
              </a:spcBef>
            </a:pPr>
            <a:r>
              <a:rPr dirty="0" sz="1750" spc="45">
                <a:solidFill>
                  <a:srgbClr val="E4DFDE"/>
                </a:solidFill>
                <a:latin typeface="Tahoma"/>
                <a:cs typeface="Tahoma"/>
              </a:rPr>
              <a:t>Infrastructure</a:t>
            </a:r>
            <a:r>
              <a:rPr dirty="0" sz="1750" spc="-8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750" spc="-20">
                <a:solidFill>
                  <a:srgbClr val="E4DFDE"/>
                </a:solidFill>
                <a:latin typeface="Tahoma"/>
                <a:cs typeface="Tahoma"/>
              </a:rPr>
              <a:t>Cost</a:t>
            </a:r>
            <a:endParaRPr sz="1750">
              <a:latin typeface="Tahoma"/>
              <a:cs typeface="Tahoma"/>
            </a:endParaRPr>
          </a:p>
          <a:p>
            <a:pPr marL="2292350" marR="143510" indent="-2280285">
              <a:lnSpc>
                <a:spcPct val="133900"/>
              </a:lnSpc>
              <a:spcBef>
                <a:spcPts val="740"/>
              </a:spcBef>
            </a:pPr>
            <a:r>
              <a:rPr dirty="0" sz="1400">
                <a:solidFill>
                  <a:srgbClr val="E4DFDE"/>
                </a:solidFill>
                <a:latin typeface="Roboto"/>
                <a:cs typeface="Roboto"/>
              </a:rPr>
              <a:t>Built</a:t>
            </a:r>
            <a:r>
              <a:rPr dirty="0" sz="1400" spc="-5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00" spc="-10">
                <a:solidFill>
                  <a:srgbClr val="E4DFDE"/>
                </a:solidFill>
                <a:latin typeface="Roboto"/>
                <a:cs typeface="Roboto"/>
              </a:rPr>
              <a:t>entirely</a:t>
            </a:r>
            <a:r>
              <a:rPr dirty="0" sz="1400" spc="-4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00">
                <a:solidFill>
                  <a:srgbClr val="E4DFDE"/>
                </a:solidFill>
                <a:latin typeface="Roboto"/>
                <a:cs typeface="Roboto"/>
              </a:rPr>
              <a:t>on</a:t>
            </a:r>
            <a:r>
              <a:rPr dirty="0" sz="1400" spc="-5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00">
                <a:solidFill>
                  <a:srgbClr val="E4DFDE"/>
                </a:solidFill>
                <a:latin typeface="Roboto"/>
                <a:cs typeface="Roboto"/>
              </a:rPr>
              <a:t>free</a:t>
            </a:r>
            <a:r>
              <a:rPr dirty="0" sz="1400" spc="-4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00">
                <a:solidFill>
                  <a:srgbClr val="E4DFDE"/>
                </a:solidFill>
                <a:latin typeface="Roboto"/>
                <a:cs typeface="Roboto"/>
              </a:rPr>
              <a:t>APIs</a:t>
            </a:r>
            <a:r>
              <a:rPr dirty="0" sz="1400" spc="-5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00">
                <a:solidFill>
                  <a:srgbClr val="E4DFDE"/>
                </a:solidFill>
                <a:latin typeface="Roboto"/>
                <a:cs typeface="Roboto"/>
              </a:rPr>
              <a:t>—</a:t>
            </a:r>
            <a:r>
              <a:rPr dirty="0" sz="1400" spc="-4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00">
                <a:solidFill>
                  <a:srgbClr val="E4DFDE"/>
                </a:solidFill>
                <a:latin typeface="Roboto"/>
                <a:cs typeface="Roboto"/>
              </a:rPr>
              <a:t>scalable</a:t>
            </a:r>
            <a:r>
              <a:rPr dirty="0" sz="1400" spc="-4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00">
                <a:solidFill>
                  <a:srgbClr val="E4DFDE"/>
                </a:solidFill>
                <a:latin typeface="Roboto"/>
                <a:cs typeface="Roboto"/>
              </a:rPr>
              <a:t>across</a:t>
            </a:r>
            <a:r>
              <a:rPr dirty="0" sz="1400" spc="-5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00">
                <a:solidFill>
                  <a:srgbClr val="E4DFDE"/>
                </a:solidFill>
                <a:latin typeface="Roboto"/>
                <a:cs typeface="Roboto"/>
              </a:rPr>
              <a:t>India</a:t>
            </a:r>
            <a:r>
              <a:rPr dirty="0" sz="1400" spc="-4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00">
                <a:solidFill>
                  <a:srgbClr val="E4DFDE"/>
                </a:solidFill>
                <a:latin typeface="Roboto"/>
                <a:cs typeface="Roboto"/>
              </a:rPr>
              <a:t>with</a:t>
            </a:r>
            <a:r>
              <a:rPr dirty="0" sz="1400" spc="-5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00">
                <a:solidFill>
                  <a:srgbClr val="E4DFDE"/>
                </a:solidFill>
                <a:latin typeface="Roboto"/>
                <a:cs typeface="Roboto"/>
              </a:rPr>
              <a:t>no</a:t>
            </a:r>
            <a:r>
              <a:rPr dirty="0" sz="1400" spc="-4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00" spc="-10">
                <a:solidFill>
                  <a:srgbClr val="E4DFDE"/>
                </a:solidFill>
                <a:latin typeface="Roboto"/>
                <a:cs typeface="Roboto"/>
              </a:rPr>
              <a:t>vendor </a:t>
            </a:r>
            <a:r>
              <a:rPr dirty="0" sz="1400" spc="-60">
                <a:solidFill>
                  <a:srgbClr val="E4DFDE"/>
                </a:solidFill>
                <a:latin typeface="Roboto"/>
                <a:cs typeface="Roboto"/>
              </a:rPr>
              <a:t>lock-</a:t>
            </a:r>
            <a:r>
              <a:rPr dirty="0" sz="1400" spc="-25">
                <a:solidFill>
                  <a:srgbClr val="E4DFDE"/>
                </a:solidFill>
                <a:latin typeface="Roboto"/>
                <a:cs typeface="Roboto"/>
              </a:rPr>
              <a:t>in.</a:t>
            </a:r>
            <a:endParaRPr sz="140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14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345"/>
              </a:spcBef>
            </a:pPr>
            <a:endParaRPr sz="1400">
              <a:latin typeface="Roboto"/>
              <a:cs typeface="Roboto"/>
            </a:endParaRPr>
          </a:p>
          <a:p>
            <a:pPr marL="422909">
              <a:lnSpc>
                <a:spcPct val="100000"/>
              </a:lnSpc>
            </a:pPr>
            <a:r>
              <a:rPr dirty="0" sz="1400">
                <a:solidFill>
                  <a:srgbClr val="FFFFFF"/>
                </a:solidFill>
                <a:latin typeface="Roboto"/>
                <a:cs typeface="Roboto"/>
              </a:rPr>
              <a:t>Live</a:t>
            </a:r>
            <a:r>
              <a:rPr dirty="0" sz="1400" spc="-4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400">
                <a:solidFill>
                  <a:srgbClr val="FFFFFF"/>
                </a:solidFill>
                <a:latin typeface="Roboto"/>
                <a:cs typeface="Roboto"/>
              </a:rPr>
              <a:t>at</a:t>
            </a:r>
            <a:r>
              <a:rPr dirty="0" sz="1400" spc="-4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400" b="1">
                <a:solidFill>
                  <a:srgbClr val="FFFFFF"/>
                </a:solidFill>
                <a:latin typeface="Roboto"/>
                <a:cs typeface="Roboto"/>
              </a:rPr>
              <a:t>rashtravayu.netlify.app</a:t>
            </a:r>
            <a:r>
              <a:rPr dirty="0" sz="1400" spc="-40" b="1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400">
                <a:solidFill>
                  <a:srgbClr val="FFFFFF"/>
                </a:solidFill>
                <a:latin typeface="Roboto"/>
                <a:cs typeface="Roboto"/>
              </a:rPr>
              <a:t>—</a:t>
            </a:r>
            <a:r>
              <a:rPr dirty="0" sz="1400" spc="-4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Roboto"/>
                <a:cs typeface="Roboto"/>
              </a:rPr>
              <a:t>judges</a:t>
            </a:r>
            <a:r>
              <a:rPr dirty="0" sz="1400" spc="-4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400">
                <a:solidFill>
                  <a:srgbClr val="FFFFFF"/>
                </a:solidFill>
                <a:latin typeface="Roboto"/>
                <a:cs typeface="Roboto"/>
              </a:rPr>
              <a:t>can</a:t>
            </a:r>
            <a:r>
              <a:rPr dirty="0" sz="1400" spc="-4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400">
                <a:solidFill>
                  <a:srgbClr val="FFFFFF"/>
                </a:solidFill>
                <a:latin typeface="Roboto"/>
                <a:cs typeface="Roboto"/>
              </a:rPr>
              <a:t>test</a:t>
            </a:r>
            <a:r>
              <a:rPr dirty="0" sz="1400" spc="-4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400">
                <a:solidFill>
                  <a:srgbClr val="FFFFFF"/>
                </a:solidFill>
                <a:latin typeface="Roboto"/>
                <a:cs typeface="Roboto"/>
              </a:rPr>
              <a:t>it</a:t>
            </a:r>
            <a:r>
              <a:rPr dirty="0" sz="1400" spc="-4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400">
                <a:solidFill>
                  <a:srgbClr val="FFFFFF"/>
                </a:solidFill>
                <a:latin typeface="Roboto"/>
                <a:cs typeface="Roboto"/>
              </a:rPr>
              <a:t>right</a:t>
            </a:r>
            <a:r>
              <a:rPr dirty="0" sz="1400" spc="-4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400" spc="-20">
                <a:solidFill>
                  <a:srgbClr val="FFFFFF"/>
                </a:solidFill>
                <a:latin typeface="Roboto"/>
                <a:cs typeface="Roboto"/>
              </a:rPr>
              <a:t>now.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3721" y="1365246"/>
              <a:ext cx="6429374" cy="120014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3721" y="2613021"/>
              <a:ext cx="6429374" cy="120014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3721" y="3860796"/>
              <a:ext cx="6429374" cy="120014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3721" y="5108571"/>
              <a:ext cx="6429374" cy="1200149"/>
            </a:xfrm>
            <a:prstGeom prst="rect">
              <a:avLst/>
            </a:prstGeom>
          </p:spPr>
        </p:pic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648839" y="525300"/>
            <a:ext cx="4008754" cy="56451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500" spc="105"/>
              <a:t>Team</a:t>
            </a:r>
            <a:r>
              <a:rPr dirty="0" sz="3500" spc="-240"/>
              <a:t> </a:t>
            </a:r>
            <a:r>
              <a:rPr dirty="0" sz="3500" spc="235"/>
              <a:t>Byte</a:t>
            </a:r>
            <a:r>
              <a:rPr dirty="0" sz="3500" spc="-235"/>
              <a:t> </a:t>
            </a:r>
            <a:r>
              <a:rPr dirty="0" sz="3500" spc="160"/>
              <a:t>Knights</a:t>
            </a:r>
            <a:endParaRPr sz="3500"/>
          </a:p>
        </p:txBody>
      </p:sp>
      <p:sp>
        <p:nvSpPr>
          <p:cNvPr id="9" name="object 9"/>
          <p:cNvSpPr txBox="1"/>
          <p:nvPr/>
        </p:nvSpPr>
        <p:spPr>
          <a:xfrm>
            <a:off x="1556696" y="5266103"/>
            <a:ext cx="3088005" cy="605790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1750" spc="95">
                <a:solidFill>
                  <a:srgbClr val="E4DFDE"/>
                </a:solidFill>
                <a:latin typeface="Tahoma"/>
                <a:cs typeface="Tahoma"/>
              </a:rPr>
              <a:t>Satyam</a:t>
            </a:r>
            <a:r>
              <a:rPr dirty="0" sz="1750" spc="-11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750" spc="60">
                <a:solidFill>
                  <a:srgbClr val="E4DFDE"/>
                </a:solidFill>
                <a:latin typeface="Tahoma"/>
                <a:cs typeface="Tahoma"/>
              </a:rPr>
              <a:t>Kumar</a:t>
            </a:r>
            <a:endParaRPr sz="17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dirty="0" sz="1400" spc="-10">
                <a:solidFill>
                  <a:srgbClr val="E4DFDE"/>
                </a:solidFill>
                <a:latin typeface="Roboto"/>
                <a:cs typeface="Roboto"/>
              </a:rPr>
              <a:t>Development</a:t>
            </a:r>
            <a:r>
              <a:rPr dirty="0" sz="1400" spc="-2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00">
                <a:solidFill>
                  <a:srgbClr val="E4DFDE"/>
                </a:solidFill>
                <a:latin typeface="Roboto"/>
                <a:cs typeface="Roboto"/>
              </a:rPr>
              <a:t>—</a:t>
            </a:r>
            <a:r>
              <a:rPr dirty="0" sz="1400" spc="-2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00">
                <a:solidFill>
                  <a:srgbClr val="E4DFDE"/>
                </a:solidFill>
                <a:latin typeface="Roboto"/>
                <a:cs typeface="Roboto"/>
              </a:rPr>
              <a:t>data</a:t>
            </a:r>
            <a:r>
              <a:rPr dirty="0" sz="1400" spc="-2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00" spc="-10">
                <a:solidFill>
                  <a:srgbClr val="E4DFDE"/>
                </a:solidFill>
                <a:latin typeface="Roboto"/>
                <a:cs typeface="Roboto"/>
              </a:rPr>
              <a:t>pipelines</a:t>
            </a:r>
            <a:r>
              <a:rPr dirty="0" sz="1400" spc="-2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00">
                <a:solidFill>
                  <a:srgbClr val="E4DFDE"/>
                </a:solidFill>
                <a:latin typeface="Roboto"/>
                <a:cs typeface="Roboto"/>
              </a:rPr>
              <a:t>&amp;</a:t>
            </a:r>
            <a:r>
              <a:rPr dirty="0" sz="1400" spc="-2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00" spc="-20">
                <a:solidFill>
                  <a:srgbClr val="E4DFDE"/>
                </a:solidFill>
                <a:latin typeface="Roboto"/>
                <a:cs typeface="Roboto"/>
              </a:rPr>
              <a:t>UI/UX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56696" y="2770553"/>
            <a:ext cx="3367404" cy="605790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1750" spc="110">
                <a:solidFill>
                  <a:srgbClr val="E4DFDE"/>
                </a:solidFill>
                <a:latin typeface="Tahoma"/>
                <a:cs typeface="Tahoma"/>
              </a:rPr>
              <a:t>Ayush</a:t>
            </a:r>
            <a:r>
              <a:rPr dirty="0" sz="1750" spc="-11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750" spc="45">
                <a:solidFill>
                  <a:srgbClr val="E4DFDE"/>
                </a:solidFill>
                <a:latin typeface="Tahoma"/>
                <a:cs typeface="Tahoma"/>
              </a:rPr>
              <a:t>Chouhan</a:t>
            </a:r>
            <a:endParaRPr sz="17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dirty="0" sz="1400" spc="-10">
                <a:solidFill>
                  <a:srgbClr val="E4DFDE"/>
                </a:solidFill>
                <a:latin typeface="Roboto"/>
                <a:cs typeface="Roboto"/>
              </a:rPr>
              <a:t>Development</a:t>
            </a:r>
            <a:r>
              <a:rPr dirty="0" sz="1400" spc="-2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00">
                <a:solidFill>
                  <a:srgbClr val="E4DFDE"/>
                </a:solidFill>
                <a:latin typeface="Roboto"/>
                <a:cs typeface="Roboto"/>
              </a:rPr>
              <a:t>—</a:t>
            </a:r>
            <a:r>
              <a:rPr dirty="0" sz="1400" spc="-2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00">
                <a:solidFill>
                  <a:srgbClr val="E4DFDE"/>
                </a:solidFill>
                <a:latin typeface="Roboto"/>
                <a:cs typeface="Roboto"/>
              </a:rPr>
              <a:t>frontend</a:t>
            </a:r>
            <a:r>
              <a:rPr dirty="0" sz="1400" spc="-2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00">
                <a:solidFill>
                  <a:srgbClr val="E4DFDE"/>
                </a:solidFill>
                <a:latin typeface="Roboto"/>
                <a:cs typeface="Roboto"/>
              </a:rPr>
              <a:t>&amp;</a:t>
            </a:r>
            <a:r>
              <a:rPr dirty="0" sz="1400" spc="-2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00">
                <a:solidFill>
                  <a:srgbClr val="E4DFDE"/>
                </a:solidFill>
                <a:latin typeface="Roboto"/>
                <a:cs typeface="Roboto"/>
              </a:rPr>
              <a:t>API</a:t>
            </a:r>
            <a:r>
              <a:rPr dirty="0" sz="1400" spc="-2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00" spc="-10">
                <a:solidFill>
                  <a:srgbClr val="E4DFDE"/>
                </a:solidFill>
                <a:latin typeface="Roboto"/>
                <a:cs typeface="Roboto"/>
              </a:rPr>
              <a:t>integration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56696" y="1522778"/>
            <a:ext cx="4011295" cy="605790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1750" spc="70">
                <a:solidFill>
                  <a:srgbClr val="E4DFDE"/>
                </a:solidFill>
                <a:latin typeface="Tahoma"/>
                <a:cs typeface="Tahoma"/>
              </a:rPr>
              <a:t>Utkarsh</a:t>
            </a:r>
            <a:r>
              <a:rPr dirty="0" sz="1750" spc="-9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750" spc="75">
                <a:solidFill>
                  <a:srgbClr val="E4DFDE"/>
                </a:solidFill>
                <a:latin typeface="Tahoma"/>
                <a:cs typeface="Tahoma"/>
              </a:rPr>
              <a:t>Agarwal</a:t>
            </a:r>
            <a:endParaRPr sz="17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dirty="0" sz="1400">
                <a:solidFill>
                  <a:srgbClr val="E4DFDE"/>
                </a:solidFill>
                <a:latin typeface="Roboto"/>
                <a:cs typeface="Roboto"/>
              </a:rPr>
              <a:t>Team</a:t>
            </a:r>
            <a:r>
              <a:rPr dirty="0" sz="1400" spc="-3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00">
                <a:solidFill>
                  <a:srgbClr val="E4DFDE"/>
                </a:solidFill>
                <a:latin typeface="Roboto"/>
                <a:cs typeface="Roboto"/>
              </a:rPr>
              <a:t>Leader</a:t>
            </a:r>
            <a:r>
              <a:rPr dirty="0" sz="1400" spc="-2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00">
                <a:solidFill>
                  <a:srgbClr val="E4DFDE"/>
                </a:solidFill>
                <a:latin typeface="Roboto"/>
                <a:cs typeface="Roboto"/>
              </a:rPr>
              <a:t>—</a:t>
            </a:r>
            <a:r>
              <a:rPr dirty="0" sz="1400" spc="-2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00" spc="-10">
                <a:solidFill>
                  <a:srgbClr val="E4DFDE"/>
                </a:solidFill>
                <a:latin typeface="Roboto"/>
                <a:cs typeface="Roboto"/>
              </a:rPr>
              <a:t>vision,</a:t>
            </a:r>
            <a:r>
              <a:rPr dirty="0" sz="1400" spc="-2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00" spc="-10">
                <a:solidFill>
                  <a:srgbClr val="E4DFDE"/>
                </a:solidFill>
                <a:latin typeface="Roboto"/>
                <a:cs typeface="Roboto"/>
              </a:rPr>
              <a:t>architecture</a:t>
            </a:r>
            <a:r>
              <a:rPr dirty="0" sz="1400" spc="-2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00">
                <a:solidFill>
                  <a:srgbClr val="E4DFDE"/>
                </a:solidFill>
                <a:latin typeface="Roboto"/>
                <a:cs typeface="Roboto"/>
              </a:rPr>
              <a:t>&amp;</a:t>
            </a:r>
            <a:r>
              <a:rPr dirty="0" sz="1400" spc="-2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00" spc="-10">
                <a:solidFill>
                  <a:srgbClr val="E4DFDE"/>
                </a:solidFill>
                <a:latin typeface="Roboto"/>
                <a:cs typeface="Roboto"/>
              </a:rPr>
              <a:t>coordination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56696" y="4018328"/>
            <a:ext cx="3347720" cy="605790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1750" spc="90">
                <a:solidFill>
                  <a:srgbClr val="E4DFDE"/>
                </a:solidFill>
                <a:latin typeface="Tahoma"/>
                <a:cs typeface="Tahoma"/>
              </a:rPr>
              <a:t>Amaan</a:t>
            </a:r>
            <a:r>
              <a:rPr dirty="0" sz="1750" spc="-12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750" spc="95">
                <a:solidFill>
                  <a:srgbClr val="E4DFDE"/>
                </a:solidFill>
                <a:latin typeface="Tahoma"/>
                <a:cs typeface="Tahoma"/>
              </a:rPr>
              <a:t>Raza</a:t>
            </a:r>
            <a:r>
              <a:rPr dirty="0" sz="1750" spc="-12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750" spc="75">
                <a:solidFill>
                  <a:srgbClr val="E4DFDE"/>
                </a:solidFill>
                <a:latin typeface="Tahoma"/>
                <a:cs typeface="Tahoma"/>
              </a:rPr>
              <a:t>Khan</a:t>
            </a:r>
            <a:endParaRPr sz="17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dirty="0" sz="1400" spc="-10">
                <a:solidFill>
                  <a:srgbClr val="E4DFDE"/>
                </a:solidFill>
                <a:latin typeface="Roboto"/>
                <a:cs typeface="Roboto"/>
              </a:rPr>
              <a:t>Development</a:t>
            </a:r>
            <a:r>
              <a:rPr dirty="0" sz="1400" spc="-3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00">
                <a:solidFill>
                  <a:srgbClr val="E4DFDE"/>
                </a:solidFill>
                <a:latin typeface="Roboto"/>
                <a:cs typeface="Roboto"/>
              </a:rPr>
              <a:t>—</a:t>
            </a:r>
            <a:r>
              <a:rPr dirty="0" sz="1400" spc="-3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00">
                <a:solidFill>
                  <a:srgbClr val="E4DFDE"/>
                </a:solidFill>
                <a:latin typeface="Roboto"/>
                <a:cs typeface="Roboto"/>
              </a:rPr>
              <a:t>AI</a:t>
            </a:r>
            <a:r>
              <a:rPr dirty="0" sz="1400" spc="-2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00">
                <a:solidFill>
                  <a:srgbClr val="E4DFDE"/>
                </a:solidFill>
                <a:latin typeface="Roboto"/>
                <a:cs typeface="Roboto"/>
              </a:rPr>
              <a:t>engine</a:t>
            </a:r>
            <a:r>
              <a:rPr dirty="0" sz="1400" spc="-3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00">
                <a:solidFill>
                  <a:srgbClr val="E4DFDE"/>
                </a:solidFill>
                <a:latin typeface="Roboto"/>
                <a:cs typeface="Roboto"/>
              </a:rPr>
              <a:t>&amp;</a:t>
            </a:r>
            <a:r>
              <a:rPr dirty="0" sz="1400" spc="-3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00" spc="-10">
                <a:solidFill>
                  <a:srgbClr val="E4DFDE"/>
                </a:solidFill>
                <a:latin typeface="Roboto"/>
                <a:cs typeface="Roboto"/>
              </a:rPr>
              <a:t>advisory</a:t>
            </a:r>
            <a:r>
              <a:rPr dirty="0" sz="1400" spc="-2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400" spc="-10">
                <a:solidFill>
                  <a:srgbClr val="E4DFDE"/>
                </a:solidFill>
                <a:latin typeface="Roboto"/>
                <a:cs typeface="Roboto"/>
              </a:rPr>
              <a:t>logic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1100" y="2114550"/>
            <a:ext cx="5886259" cy="333374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48624" y="1865299"/>
            <a:ext cx="241184" cy="2064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48624" y="2998774"/>
            <a:ext cx="241184" cy="2064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48624" y="4132249"/>
            <a:ext cx="241184" cy="2064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48624" y="5275249"/>
            <a:ext cx="241184" cy="206499"/>
          </a:xfrm>
          <a:prstGeom prst="rect">
            <a:avLst/>
          </a:prstGeom>
        </p:spPr>
      </p:pic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56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pc="140"/>
              <a:t>What's</a:t>
            </a:r>
            <a:r>
              <a:rPr dirty="0" spc="-200"/>
              <a:t> </a:t>
            </a:r>
            <a:r>
              <a:rPr dirty="0" spc="120"/>
              <a:t>Next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977879" y="1387874"/>
            <a:ext cx="3557270" cy="455549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50" spc="75">
                <a:solidFill>
                  <a:srgbClr val="FFFFFF"/>
                </a:solidFill>
                <a:latin typeface="Tahoma"/>
                <a:cs typeface="Tahoma"/>
              </a:rPr>
              <a:t>Rashtra</a:t>
            </a:r>
            <a:r>
              <a:rPr dirty="0" sz="1550" spc="-1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550" spc="90">
                <a:solidFill>
                  <a:srgbClr val="FFFFFF"/>
                </a:solidFill>
                <a:latin typeface="Tahoma"/>
                <a:cs typeface="Tahoma"/>
              </a:rPr>
              <a:t>Vayu's</a:t>
            </a:r>
            <a:r>
              <a:rPr dirty="0" sz="1550" spc="-9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550" spc="60">
                <a:solidFill>
                  <a:srgbClr val="FFFFFF"/>
                </a:solidFill>
                <a:latin typeface="Tahoma"/>
                <a:cs typeface="Tahoma"/>
              </a:rPr>
              <a:t>Roadmap</a:t>
            </a:r>
            <a:endParaRPr sz="1550">
              <a:latin typeface="Tahoma"/>
              <a:cs typeface="Tahoma"/>
            </a:endParaRPr>
          </a:p>
          <a:p>
            <a:pPr marL="534670">
              <a:lnSpc>
                <a:spcPct val="100000"/>
              </a:lnSpc>
              <a:spcBef>
                <a:spcPts val="1300"/>
              </a:spcBef>
            </a:pPr>
            <a:r>
              <a:rPr dirty="0" sz="1550" spc="65">
                <a:solidFill>
                  <a:srgbClr val="E4DFDE"/>
                </a:solidFill>
                <a:latin typeface="Tahoma"/>
                <a:cs typeface="Tahoma"/>
              </a:rPr>
              <a:t>Live</a:t>
            </a:r>
            <a:r>
              <a:rPr dirty="0" sz="1550" spc="-100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550" spc="60">
                <a:solidFill>
                  <a:srgbClr val="E4DFDE"/>
                </a:solidFill>
                <a:latin typeface="Tahoma"/>
                <a:cs typeface="Tahoma"/>
              </a:rPr>
              <a:t>Deployment</a:t>
            </a:r>
            <a:endParaRPr sz="1550">
              <a:latin typeface="Tahoma"/>
              <a:cs typeface="Tahoma"/>
            </a:endParaRPr>
          </a:p>
          <a:p>
            <a:pPr marL="534670" marR="138430">
              <a:lnSpc>
                <a:spcPct val="125000"/>
              </a:lnSpc>
              <a:spcBef>
                <a:spcPts val="15"/>
              </a:spcBef>
            </a:pPr>
            <a:r>
              <a:rPr dirty="0" sz="1250">
                <a:solidFill>
                  <a:srgbClr val="E4DFDE"/>
                </a:solidFill>
                <a:latin typeface="Roboto"/>
                <a:cs typeface="Roboto"/>
              </a:rPr>
              <a:t>Full</a:t>
            </a:r>
            <a:r>
              <a:rPr dirty="0" sz="1250" spc="-3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E4DFDE"/>
                </a:solidFill>
                <a:latin typeface="Roboto"/>
                <a:cs typeface="Roboto"/>
              </a:rPr>
              <a:t>production</a:t>
            </a:r>
            <a:r>
              <a:rPr dirty="0" sz="1250" spc="-3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E4DFDE"/>
                </a:solidFill>
                <a:latin typeface="Roboto"/>
                <a:cs typeface="Roboto"/>
              </a:rPr>
              <a:t>dashboard</a:t>
            </a:r>
            <a:r>
              <a:rPr dirty="0" sz="1250" spc="-3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E4DFDE"/>
                </a:solidFill>
                <a:latin typeface="Roboto"/>
                <a:cs typeface="Roboto"/>
              </a:rPr>
              <a:t>with</a:t>
            </a:r>
            <a:r>
              <a:rPr dirty="0" sz="1250" spc="-3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50" spc="-50">
                <a:solidFill>
                  <a:srgbClr val="E4DFDE"/>
                </a:solidFill>
                <a:latin typeface="Roboto"/>
                <a:cs typeface="Roboto"/>
              </a:rPr>
              <a:t>real-</a:t>
            </a:r>
            <a:r>
              <a:rPr dirty="0" sz="1250" spc="-20">
                <a:solidFill>
                  <a:srgbClr val="E4DFDE"/>
                </a:solidFill>
                <a:latin typeface="Roboto"/>
                <a:cs typeface="Roboto"/>
              </a:rPr>
              <a:t>time </a:t>
            </a:r>
            <a:r>
              <a:rPr dirty="0" sz="1250">
                <a:solidFill>
                  <a:srgbClr val="E4DFDE"/>
                </a:solidFill>
                <a:latin typeface="Roboto"/>
                <a:cs typeface="Roboto"/>
              </a:rPr>
              <a:t>data feeds at scale across Indian </a:t>
            </a:r>
            <a:r>
              <a:rPr dirty="0" sz="1250" spc="-10">
                <a:solidFill>
                  <a:srgbClr val="E4DFDE"/>
                </a:solidFill>
                <a:latin typeface="Roboto"/>
                <a:cs typeface="Roboto"/>
              </a:rPr>
              <a:t>cities.</a:t>
            </a:r>
            <a:endParaRPr sz="125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125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sz="1250">
              <a:latin typeface="Roboto"/>
              <a:cs typeface="Roboto"/>
            </a:endParaRPr>
          </a:p>
          <a:p>
            <a:pPr marL="534670">
              <a:lnSpc>
                <a:spcPct val="100000"/>
              </a:lnSpc>
              <a:spcBef>
                <a:spcPts val="5"/>
              </a:spcBef>
            </a:pPr>
            <a:r>
              <a:rPr dirty="0" sz="1550" spc="55">
                <a:solidFill>
                  <a:srgbClr val="E4DFDE"/>
                </a:solidFill>
                <a:latin typeface="Tahoma"/>
                <a:cs typeface="Tahoma"/>
              </a:rPr>
              <a:t>Global</a:t>
            </a:r>
            <a:r>
              <a:rPr dirty="0" sz="1550" spc="-9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550" spc="65">
                <a:solidFill>
                  <a:srgbClr val="E4DFDE"/>
                </a:solidFill>
                <a:latin typeface="Tahoma"/>
                <a:cs typeface="Tahoma"/>
              </a:rPr>
              <a:t>Expansion</a:t>
            </a:r>
            <a:endParaRPr sz="1550">
              <a:latin typeface="Tahoma"/>
              <a:cs typeface="Tahoma"/>
            </a:endParaRPr>
          </a:p>
          <a:p>
            <a:pPr marL="534670" marR="215265">
              <a:lnSpc>
                <a:spcPct val="125000"/>
              </a:lnSpc>
              <a:spcBef>
                <a:spcPts val="15"/>
              </a:spcBef>
            </a:pPr>
            <a:r>
              <a:rPr dirty="0" sz="1250">
                <a:solidFill>
                  <a:srgbClr val="E4DFDE"/>
                </a:solidFill>
                <a:latin typeface="Roboto"/>
                <a:cs typeface="Roboto"/>
              </a:rPr>
              <a:t>Integrate </a:t>
            </a:r>
            <a:r>
              <a:rPr dirty="0" sz="1250" spc="-10">
                <a:solidFill>
                  <a:srgbClr val="E4DFDE"/>
                </a:solidFill>
                <a:latin typeface="Roboto"/>
                <a:cs typeface="Roboto"/>
              </a:rPr>
              <a:t>international</a:t>
            </a:r>
            <a:r>
              <a:rPr dirty="0" sz="1250">
                <a:solidFill>
                  <a:srgbClr val="E4DFDE"/>
                </a:solidFill>
                <a:latin typeface="Roboto"/>
                <a:cs typeface="Roboto"/>
              </a:rPr>
              <a:t> weather</a:t>
            </a:r>
            <a:r>
              <a:rPr dirty="0" sz="1250" spc="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E4DFDE"/>
                </a:solidFill>
                <a:latin typeface="Roboto"/>
                <a:cs typeface="Roboto"/>
              </a:rPr>
              <a:t>APIs </a:t>
            </a:r>
            <a:r>
              <a:rPr dirty="0" sz="1250" spc="-25">
                <a:solidFill>
                  <a:srgbClr val="E4DFDE"/>
                </a:solidFill>
                <a:latin typeface="Roboto"/>
                <a:cs typeface="Roboto"/>
              </a:rPr>
              <a:t>for </a:t>
            </a:r>
            <a:r>
              <a:rPr dirty="0" sz="1250">
                <a:solidFill>
                  <a:srgbClr val="E4DFDE"/>
                </a:solidFill>
                <a:latin typeface="Roboto"/>
                <a:cs typeface="Roboto"/>
              </a:rPr>
              <a:t>reach</a:t>
            </a:r>
            <a:r>
              <a:rPr dirty="0" sz="1250" spc="-2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E4DFDE"/>
                </a:solidFill>
                <a:latin typeface="Roboto"/>
                <a:cs typeface="Roboto"/>
              </a:rPr>
              <a:t>beyond</a:t>
            </a:r>
            <a:r>
              <a:rPr dirty="0" sz="1250" spc="-2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50" spc="-10">
                <a:solidFill>
                  <a:srgbClr val="E4DFDE"/>
                </a:solidFill>
                <a:latin typeface="Roboto"/>
                <a:cs typeface="Roboto"/>
              </a:rPr>
              <a:t>India's</a:t>
            </a:r>
            <a:r>
              <a:rPr dirty="0" sz="1250" spc="-2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50" spc="-10">
                <a:solidFill>
                  <a:srgbClr val="E4DFDE"/>
                </a:solidFill>
                <a:latin typeface="Roboto"/>
                <a:cs typeface="Roboto"/>
              </a:rPr>
              <a:t>borders.</a:t>
            </a:r>
            <a:endParaRPr sz="125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125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370"/>
              </a:spcBef>
            </a:pPr>
            <a:endParaRPr sz="1250">
              <a:latin typeface="Roboto"/>
              <a:cs typeface="Roboto"/>
            </a:endParaRPr>
          </a:p>
          <a:p>
            <a:pPr marL="534670">
              <a:lnSpc>
                <a:spcPct val="100000"/>
              </a:lnSpc>
              <a:spcBef>
                <a:spcPts val="5"/>
              </a:spcBef>
            </a:pPr>
            <a:r>
              <a:rPr dirty="0" sz="1550" spc="70">
                <a:solidFill>
                  <a:srgbClr val="E4DFDE"/>
                </a:solidFill>
                <a:latin typeface="Tahoma"/>
                <a:cs typeface="Tahoma"/>
              </a:rPr>
              <a:t>Wearable</a:t>
            </a:r>
            <a:r>
              <a:rPr dirty="0" sz="1550" spc="-8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550" spc="35">
                <a:solidFill>
                  <a:srgbClr val="E4DFDE"/>
                </a:solidFill>
                <a:latin typeface="Tahoma"/>
                <a:cs typeface="Tahoma"/>
              </a:rPr>
              <a:t>Integration</a:t>
            </a:r>
            <a:endParaRPr sz="1550">
              <a:latin typeface="Tahoma"/>
              <a:cs typeface="Tahoma"/>
            </a:endParaRPr>
          </a:p>
          <a:p>
            <a:pPr marL="534670" marR="5080">
              <a:lnSpc>
                <a:spcPct val="125000"/>
              </a:lnSpc>
              <a:spcBef>
                <a:spcPts val="15"/>
              </a:spcBef>
            </a:pPr>
            <a:r>
              <a:rPr dirty="0" sz="1250">
                <a:solidFill>
                  <a:srgbClr val="E4DFDE"/>
                </a:solidFill>
                <a:latin typeface="Roboto"/>
                <a:cs typeface="Roboto"/>
              </a:rPr>
              <a:t>Sync</a:t>
            </a:r>
            <a:r>
              <a:rPr dirty="0" sz="1250" spc="-3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E4DFDE"/>
                </a:solidFill>
                <a:latin typeface="Roboto"/>
                <a:cs typeface="Roboto"/>
              </a:rPr>
              <a:t>heart</a:t>
            </a:r>
            <a:r>
              <a:rPr dirty="0" sz="1250" spc="-3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E4DFDE"/>
                </a:solidFill>
                <a:latin typeface="Roboto"/>
                <a:cs typeface="Roboto"/>
              </a:rPr>
              <a:t>rate</a:t>
            </a:r>
            <a:r>
              <a:rPr dirty="0" sz="1250" spc="-3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E4DFDE"/>
                </a:solidFill>
                <a:latin typeface="Roboto"/>
                <a:cs typeface="Roboto"/>
              </a:rPr>
              <a:t>and</a:t>
            </a:r>
            <a:r>
              <a:rPr dirty="0" sz="1250" spc="-3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50" spc="-10">
                <a:solidFill>
                  <a:srgbClr val="E4DFDE"/>
                </a:solidFill>
                <a:latin typeface="Roboto"/>
                <a:cs typeface="Roboto"/>
              </a:rPr>
              <a:t>activity</a:t>
            </a:r>
            <a:r>
              <a:rPr dirty="0" sz="1250" spc="-3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E4DFDE"/>
                </a:solidFill>
                <a:latin typeface="Roboto"/>
                <a:cs typeface="Roboto"/>
              </a:rPr>
              <a:t>level</a:t>
            </a:r>
            <a:r>
              <a:rPr dirty="0" sz="1250" spc="-3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E4DFDE"/>
                </a:solidFill>
                <a:latin typeface="Roboto"/>
                <a:cs typeface="Roboto"/>
              </a:rPr>
              <a:t>for</a:t>
            </a:r>
            <a:r>
              <a:rPr dirty="0" sz="1250" spc="-3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50" spc="-40">
                <a:solidFill>
                  <a:srgbClr val="E4DFDE"/>
                </a:solidFill>
                <a:latin typeface="Roboto"/>
                <a:cs typeface="Roboto"/>
              </a:rPr>
              <a:t>hyper-</a:t>
            </a:r>
            <a:r>
              <a:rPr dirty="0" sz="1250">
                <a:solidFill>
                  <a:srgbClr val="E4DFDE"/>
                </a:solidFill>
                <a:latin typeface="Roboto"/>
                <a:cs typeface="Roboto"/>
              </a:rPr>
              <a:t>personalized</a:t>
            </a:r>
            <a:r>
              <a:rPr dirty="0" sz="1250" spc="1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50" spc="-50">
                <a:solidFill>
                  <a:srgbClr val="E4DFDE"/>
                </a:solidFill>
                <a:latin typeface="Roboto"/>
                <a:cs typeface="Roboto"/>
              </a:rPr>
              <a:t>real-</a:t>
            </a:r>
            <a:r>
              <a:rPr dirty="0" sz="1250">
                <a:solidFill>
                  <a:srgbClr val="E4DFDE"/>
                </a:solidFill>
                <a:latin typeface="Roboto"/>
                <a:cs typeface="Roboto"/>
              </a:rPr>
              <a:t>time</a:t>
            </a:r>
            <a:r>
              <a:rPr dirty="0" sz="1250" spc="2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50" spc="-10">
                <a:solidFill>
                  <a:srgbClr val="E4DFDE"/>
                </a:solidFill>
                <a:latin typeface="Roboto"/>
                <a:cs typeface="Roboto"/>
              </a:rPr>
              <a:t>advisory.</a:t>
            </a:r>
            <a:endParaRPr sz="125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125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sz="1250">
              <a:latin typeface="Roboto"/>
              <a:cs typeface="Roboto"/>
            </a:endParaRPr>
          </a:p>
          <a:p>
            <a:pPr marL="534670">
              <a:lnSpc>
                <a:spcPct val="100000"/>
              </a:lnSpc>
            </a:pPr>
            <a:r>
              <a:rPr dirty="0" sz="1550" spc="70">
                <a:solidFill>
                  <a:srgbClr val="E4DFDE"/>
                </a:solidFill>
                <a:latin typeface="Tahoma"/>
                <a:cs typeface="Tahoma"/>
              </a:rPr>
              <a:t>Health</a:t>
            </a:r>
            <a:r>
              <a:rPr dirty="0" sz="1550" spc="-85">
                <a:solidFill>
                  <a:srgbClr val="E4DFDE"/>
                </a:solidFill>
                <a:latin typeface="Tahoma"/>
                <a:cs typeface="Tahoma"/>
              </a:rPr>
              <a:t> </a:t>
            </a:r>
            <a:r>
              <a:rPr dirty="0" sz="1550" spc="65">
                <a:solidFill>
                  <a:srgbClr val="E4DFDE"/>
                </a:solidFill>
                <a:latin typeface="Tahoma"/>
                <a:cs typeface="Tahoma"/>
              </a:rPr>
              <a:t>Partnerships</a:t>
            </a:r>
            <a:endParaRPr sz="1550">
              <a:latin typeface="Tahoma"/>
              <a:cs typeface="Tahoma"/>
            </a:endParaRPr>
          </a:p>
          <a:p>
            <a:pPr marL="534670" marR="116205">
              <a:lnSpc>
                <a:spcPct val="125000"/>
              </a:lnSpc>
              <a:spcBef>
                <a:spcPts val="15"/>
              </a:spcBef>
            </a:pPr>
            <a:r>
              <a:rPr dirty="0" sz="1250">
                <a:solidFill>
                  <a:srgbClr val="E4DFDE"/>
                </a:solidFill>
                <a:latin typeface="Roboto"/>
                <a:cs typeface="Roboto"/>
              </a:rPr>
              <a:t>Collaborate</a:t>
            </a:r>
            <a:r>
              <a:rPr dirty="0" sz="1250" spc="-1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E4DFDE"/>
                </a:solidFill>
                <a:latin typeface="Roboto"/>
                <a:cs typeface="Roboto"/>
              </a:rPr>
              <a:t>with</a:t>
            </a:r>
            <a:r>
              <a:rPr dirty="0" sz="1250" spc="-1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E4DFDE"/>
                </a:solidFill>
                <a:latin typeface="Roboto"/>
                <a:cs typeface="Roboto"/>
              </a:rPr>
              <a:t>health</a:t>
            </a:r>
            <a:r>
              <a:rPr dirty="0" sz="1250" spc="-10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E4DFDE"/>
                </a:solidFill>
                <a:latin typeface="Roboto"/>
                <a:cs typeface="Roboto"/>
              </a:rPr>
              <a:t>orgs</a:t>
            </a:r>
            <a:r>
              <a:rPr dirty="0" sz="1250" spc="-1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E4DFDE"/>
                </a:solidFill>
                <a:latin typeface="Roboto"/>
                <a:cs typeface="Roboto"/>
              </a:rPr>
              <a:t>for</a:t>
            </a:r>
            <a:r>
              <a:rPr dirty="0" sz="1250" spc="-10">
                <a:solidFill>
                  <a:srgbClr val="E4DFDE"/>
                </a:solidFill>
                <a:latin typeface="Roboto"/>
                <a:cs typeface="Roboto"/>
              </a:rPr>
              <a:t> clinically </a:t>
            </a:r>
            <a:r>
              <a:rPr dirty="0" sz="1250">
                <a:solidFill>
                  <a:srgbClr val="E4DFDE"/>
                </a:solidFill>
                <a:latin typeface="Roboto"/>
                <a:cs typeface="Roboto"/>
              </a:rPr>
              <a:t>validated</a:t>
            </a:r>
            <a:r>
              <a:rPr dirty="0" sz="1250" spc="-4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E4DFDE"/>
                </a:solidFill>
                <a:latin typeface="Roboto"/>
                <a:cs typeface="Roboto"/>
              </a:rPr>
              <a:t>advisory</a:t>
            </a:r>
            <a:r>
              <a:rPr dirty="0" sz="1250" spc="-45">
                <a:solidFill>
                  <a:srgbClr val="E4DFDE"/>
                </a:solidFill>
                <a:latin typeface="Roboto"/>
                <a:cs typeface="Roboto"/>
              </a:rPr>
              <a:t> </a:t>
            </a:r>
            <a:r>
              <a:rPr dirty="0" sz="1250" spc="-10">
                <a:solidFill>
                  <a:srgbClr val="E4DFDE"/>
                </a:solidFill>
                <a:latin typeface="Roboto"/>
                <a:cs typeface="Roboto"/>
              </a:rPr>
              <a:t>thresholds.</a:t>
            </a:r>
            <a:endParaRPr sz="125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Kumarsatyam37657</dc:creator>
  <cp:keywords>DAHURw8UdOM,BAG3cFrXCjA</cp:keywords>
  <dc:title>Rashtra-Vayu.pdf</dc:title>
  <dcterms:created xsi:type="dcterms:W3CDTF">2026-09-04T23:31:37Z</dcterms:created>
  <dcterms:modified xsi:type="dcterms:W3CDTF">2026-09-04T23:31:37Z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2026-09-04T00:00:00Z</vt:filetime>
  </property>
  <property fmtid="{D5CDD505-2E9C-101B-9397-08002B2CF9AE}" pid="4" name="Creator">
    <vt:lpwstr>Canva</vt:lpwstr>
  </property>
  <property fmtid="{D5CDD505-2E9C-101B-9397-08002B2CF9AE}" pid="5" name="LastSaved">
    <vt:filetime>2026-09-04T00:00:00Z</vt:filetime>
  </property>
  <property fmtid="{D5CDD505-2E9C-101B-9397-08002B2CF9AE}" pid="6" name="Producer">
    <vt:lpwstr>Canva</vt:lpwstr>
  </property>
</Properties>
</file>